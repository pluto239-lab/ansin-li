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256" r:id="rId3"/>
    <p:sldId id="257" r:id="rId5"/>
    <p:sldId id="258" r:id="rId6"/>
    <p:sldId id="290" r:id="rId7"/>
    <p:sldId id="260" r:id="rId8"/>
    <p:sldId id="261" r:id="rId9"/>
    <p:sldId id="262" r:id="rId10"/>
    <p:sldId id="25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91" r:id="rId23"/>
    <p:sldId id="292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9" r:id="rId37"/>
    <p:sldId id="287" r:id="rId38"/>
    <p:sldId id="286" r:id="rId39"/>
    <p:sldId id="288" r:id="rId4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ja-JP"/>
              <a:t>マスター タイトルの書式設定</a:t>
            </a:r>
            <a:endParaRPr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>
            <a:lvl1pPr marL="228600" indent="-228600">
              <a:defRPr kumimoji="1" lang="ja-JP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kumimoji="1" lang="ja-JP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kumimoji="1" lang="ja-JP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defRPr kumimoji="1" lang="ja-JP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ja-JP" altLang="en-US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20574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フッター</a:t>
            </a:r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kumimoji="1" lang="zh-CN" altLang="en-US" dirty="0"/>
              <a:t>状态</a:t>
            </a:r>
            <a:r>
              <a:rPr kumimoji="1" lang="zh-CN" altLang="en-US" dirty="0"/>
              <a:t>管理</a:t>
            </a:r>
            <a:endParaRPr kumimoji="1" lang="zh-CN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Redux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Redux </a:t>
            </a:r>
            <a:r>
              <a:rPr lang="ja-JP" altLang="en-US"/>
              <a:t>是一个状态管理库，最初是为</a:t>
            </a:r>
            <a:r>
              <a:rPr lang="en-US" altLang="ja-JP"/>
              <a:t> React </a:t>
            </a:r>
            <a:r>
              <a:rPr lang="ja-JP" altLang="en-US"/>
              <a:t>应用设计的，也可以用于其他框架。它的目标是：</a:t>
            </a:r>
            <a:endParaRPr lang="ja-JP" altLang="en-US"/>
          </a:p>
          <a:p>
            <a:pPr lvl="1"/>
            <a:r>
              <a:rPr lang="ja-JP" altLang="en-US"/>
              <a:t>在大型应用中统一管理状态、可预测地更新状态。</a:t>
            </a:r>
            <a:endParaRPr lang="ja-JP" altLang="en-US"/>
          </a:p>
          <a:p>
            <a:pPr lvl="0"/>
            <a:r>
              <a:rPr lang="zh-CN" altLang="ja-JP"/>
              <a:t>工作原理</a:t>
            </a:r>
            <a:endParaRPr lang="zh-CN" altLang="ja-JP"/>
          </a:p>
          <a:p>
            <a:pPr lvl="1"/>
            <a:r>
              <a:rPr lang="ja-JP" altLang="en-US"/>
              <a:t>所有组件共享一个全局状态（</a:t>
            </a:r>
            <a:r>
              <a:rPr lang="en-US" altLang="ja-JP"/>
              <a:t>store</a:t>
            </a:r>
            <a:r>
              <a:rPr lang="ja-JP" altLang="en-US"/>
              <a:t>），组件通过</a:t>
            </a:r>
            <a:r>
              <a:rPr lang="en-US" altLang="ja-JP"/>
              <a:t>“</a:t>
            </a:r>
            <a:r>
              <a:rPr lang="ja-JP" altLang="en-US"/>
              <a:t>派发动作</a:t>
            </a:r>
            <a:r>
              <a:rPr lang="en-US" altLang="ja-JP"/>
              <a:t>”</a:t>
            </a:r>
            <a:r>
              <a:rPr lang="ja-JP" altLang="en-US"/>
              <a:t>（</a:t>
            </a:r>
            <a:r>
              <a:rPr lang="en-US" altLang="ja-JP"/>
              <a:t>dispatch action</a:t>
            </a:r>
            <a:r>
              <a:rPr lang="ja-JP" altLang="en-US"/>
              <a:t>）来请求修改状态，状态修改必须通过</a:t>
            </a:r>
            <a:r>
              <a:rPr lang="en-US" altLang="ja-JP"/>
              <a:t>“</a:t>
            </a:r>
            <a:r>
              <a:rPr lang="ja-JP" altLang="en-US"/>
              <a:t>纯函数</a:t>
            </a:r>
            <a:r>
              <a:rPr lang="en-US" altLang="ja-JP"/>
              <a:t>”reducer </a:t>
            </a:r>
            <a:r>
              <a:rPr lang="ja-JP" altLang="en-US"/>
              <a:t>来完成。</a:t>
            </a:r>
            <a:endParaRPr lang="ja-JP" altLang="en-US"/>
          </a:p>
          <a:p>
            <a:pPr lvl="0"/>
            <a:r>
              <a:rPr lang="zh-CN" altLang="ja-JP"/>
              <a:t>核心</a:t>
            </a:r>
            <a:r>
              <a:rPr lang="zh-CN" altLang="ja-JP"/>
              <a:t>概念</a:t>
            </a:r>
            <a:endParaRPr lang="zh-CN" altLang="ja-JP"/>
          </a:p>
          <a:p>
            <a:pPr lvl="1"/>
            <a:r>
              <a:rPr lang="en-US" altLang="zh-CN"/>
              <a:t>store		</a:t>
            </a:r>
            <a:r>
              <a:rPr lang="zh-CN" altLang="en-US"/>
              <a:t>全局状态仓库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Action		</a:t>
            </a:r>
            <a:r>
              <a:rPr lang="zh-CN" altLang="en-US"/>
              <a:t>状态变化的请求说明</a:t>
            </a:r>
            <a:endParaRPr lang="en-US" altLang="zh-CN"/>
          </a:p>
          <a:p>
            <a:pPr lvl="1"/>
            <a:r>
              <a:rPr lang="en-US" altLang="zh-CN"/>
              <a:t>Reducer	</a:t>
            </a:r>
            <a:r>
              <a:rPr lang="zh-CN" altLang="en-US"/>
              <a:t>描述状态如何根据</a:t>
            </a:r>
            <a:r>
              <a:rPr lang="en-US" altLang="zh-CN"/>
              <a:t>action</a:t>
            </a:r>
            <a:r>
              <a:rPr lang="zh-CN" altLang="en-US"/>
              <a:t>更新的</a:t>
            </a:r>
            <a:r>
              <a:rPr lang="zh-CN" altLang="en-US"/>
              <a:t>纯函数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115" y="243205"/>
            <a:ext cx="10515600" cy="1195070"/>
          </a:xfrm>
        </p:spPr>
        <p:txBody>
          <a:bodyPr>
            <a:normAutofit/>
          </a:bodyPr>
          <a:p>
            <a:r>
              <a:rPr lang="zh-CN" altLang="ja-JP"/>
              <a:t>非</a:t>
            </a:r>
            <a:r>
              <a:rPr lang="en-US" altLang="zh-CN"/>
              <a:t>React</a:t>
            </a:r>
            <a:r>
              <a:rPr lang="zh-CN" altLang="en-US"/>
              <a:t>的</a:t>
            </a:r>
            <a:r>
              <a:rPr lang="en-US" altLang="zh-CN"/>
              <a:t>redux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744855" y="1945640"/>
            <a:ext cx="10608945" cy="3837305"/>
          </a:xfrm>
        </p:spPr>
        <p:txBody>
          <a:bodyPr>
            <a:normAutofit/>
          </a:bodyPr>
          <a:p>
            <a:r>
              <a:rPr lang="zh-CN" altLang="en-US"/>
              <a:t>安装</a:t>
            </a:r>
            <a:r>
              <a:rPr lang="en-US" altLang="zh-CN"/>
              <a:t>Redux</a:t>
            </a:r>
            <a:endParaRPr lang="en-US" altLang="ja-JP"/>
          </a:p>
          <a:p>
            <a:pPr lvl="1"/>
            <a:r>
              <a:rPr lang="en-US" altLang="ja-JP"/>
              <a:t>npm install redux</a:t>
            </a:r>
            <a:endParaRPr lang="en-US" altLang="ja-JP"/>
          </a:p>
          <a:p>
            <a:r>
              <a:rPr lang="en-US" altLang="ja-JP"/>
              <a:t>Redux </a:t>
            </a:r>
            <a:r>
              <a:rPr lang="ja-JP" altLang="en-US"/>
              <a:t>三大原则</a:t>
            </a:r>
            <a:endParaRPr lang="ja-JP" altLang="en-US"/>
          </a:p>
          <a:p>
            <a:pPr lvl="1"/>
            <a:r>
              <a:rPr lang="ja-JP" altLang="en-US"/>
              <a:t>单一数据源（</a:t>
            </a:r>
            <a:r>
              <a:rPr lang="en-US" altLang="ja-JP"/>
              <a:t>Single Source of Truth</a:t>
            </a:r>
            <a:r>
              <a:rPr lang="ja-JP" altLang="en-US"/>
              <a:t>）</a:t>
            </a:r>
            <a:endParaRPr lang="en-US" altLang="ja-JP"/>
          </a:p>
          <a:p>
            <a:pPr lvl="2"/>
            <a:r>
              <a:rPr lang="ja-JP" altLang="en-US"/>
              <a:t>应用状态（</a:t>
            </a:r>
            <a:r>
              <a:rPr lang="en-US" altLang="ja-JP"/>
              <a:t>state</a:t>
            </a:r>
            <a:r>
              <a:rPr lang="ja-JP" altLang="en-US"/>
              <a:t>）存储在一个对象树中，并挂载在一个</a:t>
            </a:r>
            <a:r>
              <a:rPr lang="en-US" altLang="ja-JP"/>
              <a:t> store </a:t>
            </a:r>
            <a:r>
              <a:rPr lang="ja-JP" altLang="en-US"/>
              <a:t>上。</a:t>
            </a:r>
            <a:endParaRPr lang="en-US" altLang="ja-JP"/>
          </a:p>
          <a:p>
            <a:pPr lvl="1"/>
            <a:r>
              <a:rPr lang="en-US" altLang="ja-JP"/>
              <a:t>State </a:t>
            </a:r>
            <a:r>
              <a:rPr lang="ja-JP" altLang="en-US"/>
              <a:t>只读（</a:t>
            </a:r>
            <a:r>
              <a:rPr lang="en-US" altLang="ja-JP"/>
              <a:t>State is Read-Only</a:t>
            </a:r>
            <a:r>
              <a:rPr lang="ja-JP" altLang="en-US"/>
              <a:t>）</a:t>
            </a:r>
            <a:endParaRPr lang="en-US" altLang="ja-JP"/>
          </a:p>
          <a:p>
            <a:pPr lvl="2"/>
            <a:r>
              <a:rPr lang="ja-JP" altLang="en-US"/>
              <a:t>想改变</a:t>
            </a:r>
            <a:r>
              <a:rPr lang="en-US" altLang="ja-JP"/>
              <a:t> state</a:t>
            </a:r>
            <a:r>
              <a:rPr lang="ja-JP" altLang="en-US"/>
              <a:t>，必须发出一个</a:t>
            </a:r>
            <a:r>
              <a:rPr lang="en-US" altLang="ja-JP"/>
              <a:t> action</a:t>
            </a:r>
            <a:r>
              <a:rPr lang="ja-JP" altLang="en-US"/>
              <a:t>，而不能直接修改。</a:t>
            </a:r>
            <a:endParaRPr lang="en-US" altLang="ja-JP"/>
          </a:p>
          <a:p>
            <a:pPr lvl="1"/>
            <a:r>
              <a:rPr lang="ja-JP" altLang="en-US"/>
              <a:t>使用纯函数更新（</a:t>
            </a:r>
            <a:r>
              <a:rPr lang="en-US" altLang="ja-JP"/>
              <a:t>Changes are made with pure functions</a:t>
            </a:r>
            <a:r>
              <a:rPr lang="ja-JP" altLang="en-US"/>
              <a:t>）</a:t>
            </a:r>
            <a:endParaRPr lang="en-US" altLang="ja-JP"/>
          </a:p>
          <a:p>
            <a:pPr lvl="2"/>
            <a:r>
              <a:rPr lang="ja-JP" altLang="en-US"/>
              <a:t>使用</a:t>
            </a:r>
            <a:r>
              <a:rPr lang="en-US" altLang="ja-JP"/>
              <a:t> reducer</a:t>
            </a:r>
            <a:r>
              <a:rPr lang="ja-JP" altLang="en-US"/>
              <a:t>（纯函数）来描述</a:t>
            </a:r>
            <a:r>
              <a:rPr lang="en-US" altLang="ja-JP"/>
              <a:t> state </a:t>
            </a:r>
            <a:r>
              <a:rPr lang="ja-JP" altLang="en-US"/>
              <a:t>如何随</a:t>
            </a:r>
            <a:r>
              <a:rPr lang="en-US" altLang="ja-JP"/>
              <a:t> action </a:t>
            </a:r>
            <a:r>
              <a:rPr lang="ja-JP" altLang="en-US"/>
              <a:t>变化。</a:t>
            </a:r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Redux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ja-JP" altLang="en-US"/>
              <a:t>核心概念详解</a:t>
            </a:r>
            <a:endParaRPr lang="ja-JP" altLang="en-US"/>
          </a:p>
          <a:p>
            <a:pPr lvl="1"/>
            <a:r>
              <a:rPr lang="en-US" altLang="ja-JP"/>
              <a:t>Store	</a:t>
            </a:r>
            <a:endParaRPr lang="en-US" altLang="ja-JP"/>
          </a:p>
          <a:p>
            <a:pPr lvl="2"/>
            <a:r>
              <a:rPr lang="ja-JP" altLang="en-US"/>
              <a:t>状态的</a:t>
            </a:r>
            <a:r>
              <a:rPr lang="en-US" altLang="ja-JP"/>
              <a:t>“</a:t>
            </a:r>
            <a:r>
              <a:rPr lang="ja-JP" altLang="en-US"/>
              <a:t>仓库</a:t>
            </a:r>
            <a:r>
              <a:rPr lang="en-US" altLang="ja-JP"/>
              <a:t>”</a:t>
            </a:r>
            <a:r>
              <a:rPr lang="ja-JP" altLang="en-US"/>
              <a:t>，是</a:t>
            </a:r>
            <a:r>
              <a:rPr lang="en-US" altLang="ja-JP"/>
              <a:t> Redux </a:t>
            </a:r>
            <a:r>
              <a:rPr lang="ja-JP" altLang="en-US"/>
              <a:t>的核心，保存整个应用的状态树</a:t>
            </a:r>
            <a:endParaRPr lang="ja-JP" altLang="en-US"/>
          </a:p>
          <a:p>
            <a:pPr lvl="1"/>
            <a:r>
              <a:rPr lang="en-US" altLang="ja-JP"/>
              <a:t>Action	</a:t>
            </a:r>
            <a:endParaRPr lang="en-US" altLang="ja-JP"/>
          </a:p>
          <a:p>
            <a:pPr lvl="2"/>
            <a:r>
              <a:rPr lang="ja-JP" altLang="en-US"/>
              <a:t>一个描述</a:t>
            </a:r>
            <a:r>
              <a:rPr lang="en-US" altLang="ja-JP"/>
              <a:t>“</a:t>
            </a:r>
            <a:r>
              <a:rPr lang="ja-JP" altLang="en-US"/>
              <a:t>发生了什么</a:t>
            </a:r>
            <a:r>
              <a:rPr lang="en-US" altLang="ja-JP"/>
              <a:t>”</a:t>
            </a:r>
            <a:r>
              <a:rPr lang="ja-JP" altLang="en-US"/>
              <a:t>的普通对象（必须有</a:t>
            </a:r>
            <a:r>
              <a:rPr lang="en-US" altLang="ja-JP"/>
              <a:t> type </a:t>
            </a:r>
            <a:r>
              <a:rPr lang="ja-JP" altLang="en-US"/>
              <a:t>字段）</a:t>
            </a:r>
            <a:endParaRPr lang="ja-JP" altLang="en-US"/>
          </a:p>
          <a:p>
            <a:pPr lvl="1"/>
            <a:r>
              <a:rPr lang="en-US" altLang="ja-JP"/>
              <a:t>Reducer	</a:t>
            </a:r>
            <a:endParaRPr lang="en-US" altLang="ja-JP"/>
          </a:p>
          <a:p>
            <a:pPr lvl="2"/>
            <a:r>
              <a:rPr lang="ja-JP" altLang="en-US"/>
              <a:t>一个函数，根据旧的</a:t>
            </a:r>
            <a:r>
              <a:rPr lang="en-US" altLang="ja-JP"/>
              <a:t> state </a:t>
            </a:r>
            <a:r>
              <a:rPr lang="ja-JP" altLang="en-US"/>
              <a:t>和</a:t>
            </a:r>
            <a:r>
              <a:rPr lang="en-US" altLang="ja-JP"/>
              <a:t> action</a:t>
            </a:r>
            <a:r>
              <a:rPr lang="ja-JP" altLang="en-US"/>
              <a:t>，返回新的</a:t>
            </a:r>
            <a:r>
              <a:rPr lang="en-US" altLang="ja-JP"/>
              <a:t> state</a:t>
            </a:r>
            <a:r>
              <a:rPr lang="ja-JP" altLang="en-US"/>
              <a:t>（纯函数）</a:t>
            </a:r>
            <a:endParaRPr lang="ja-JP" altLang="en-US"/>
          </a:p>
          <a:p>
            <a:pPr lvl="1"/>
            <a:r>
              <a:rPr lang="en-US" altLang="ja-JP"/>
              <a:t>Dispatch	</a:t>
            </a:r>
            <a:endParaRPr lang="en-US" altLang="ja-JP"/>
          </a:p>
          <a:p>
            <a:pPr lvl="2"/>
            <a:r>
              <a:rPr lang="ja-JP" altLang="en-US"/>
              <a:t>派发</a:t>
            </a:r>
            <a:r>
              <a:rPr lang="en-US" altLang="ja-JP"/>
              <a:t> action </a:t>
            </a:r>
            <a:r>
              <a:rPr lang="ja-JP" altLang="en-US"/>
              <a:t>的函数，触发</a:t>
            </a:r>
            <a:r>
              <a:rPr lang="en-US" altLang="ja-JP"/>
              <a:t> reducer </a:t>
            </a:r>
            <a:r>
              <a:rPr lang="ja-JP" altLang="en-US"/>
              <a:t>执行</a:t>
            </a:r>
            <a:endParaRPr lang="ja-JP" altLang="en-US"/>
          </a:p>
          <a:p>
            <a:pPr lvl="1"/>
            <a:r>
              <a:rPr lang="en-US" altLang="ja-JP"/>
              <a:t>getState()	</a:t>
            </a:r>
            <a:endParaRPr lang="en-US" altLang="ja-JP"/>
          </a:p>
          <a:p>
            <a:pPr lvl="2"/>
            <a:r>
              <a:rPr lang="ja-JP" altLang="en-US"/>
              <a:t>从</a:t>
            </a:r>
            <a:r>
              <a:rPr lang="en-US" altLang="ja-JP"/>
              <a:t> store </a:t>
            </a:r>
            <a:r>
              <a:rPr lang="ja-JP" altLang="en-US"/>
              <a:t>中获取当前的</a:t>
            </a:r>
            <a:r>
              <a:rPr lang="en-US" altLang="ja-JP"/>
              <a:t> state</a:t>
            </a:r>
            <a:endParaRPr lang="en-US" altLang="ja-JP"/>
          </a:p>
          <a:p>
            <a:pPr lvl="1"/>
            <a:r>
              <a:rPr lang="en-US" altLang="ja-JP"/>
              <a:t>subscribe</a:t>
            </a:r>
            <a:r>
              <a:rPr lang="ja-JP" altLang="en-US"/>
              <a:t>（</a:t>
            </a:r>
            <a:r>
              <a:rPr lang="en-US" altLang="ja-JP"/>
              <a:t>()=&gt;{}</a:t>
            </a:r>
            <a:r>
              <a:rPr lang="ja-JP" altLang="en-US"/>
              <a:t>）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注册监听器，当</a:t>
            </a:r>
            <a:r>
              <a:rPr lang="en-US" altLang="ja-JP"/>
              <a:t> state </a:t>
            </a:r>
            <a:r>
              <a:rPr lang="ja-JP" altLang="en-US"/>
              <a:t>发生变化时回调</a:t>
            </a:r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Redux </a:t>
            </a:r>
            <a:r>
              <a:rPr lang="ja-JP" altLang="en-US"/>
              <a:t>流程图解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组件</a:t>
            </a:r>
            <a:r>
              <a:rPr lang="en-US" altLang="ja-JP"/>
              <a:t> </a:t>
            </a:r>
            <a:r>
              <a:rPr lang="en-US" altLang="en-US"/>
              <a:t>➡</a:t>
            </a:r>
            <a:r>
              <a:rPr lang="en-US" altLang="en-US"/>
              <a:t>️</a:t>
            </a:r>
            <a:r>
              <a:rPr lang="en-US" altLang="ja-JP"/>
              <a:t> dispatch(action)</a:t>
            </a:r>
            <a:endParaRPr lang="en-US" altLang="ja-JP"/>
          </a:p>
          <a:p>
            <a:r>
              <a:rPr lang="en-US" altLang="ja-JP"/>
              <a:t>           </a:t>
            </a:r>
            <a:r>
              <a:rPr lang="en-US" altLang="en-US"/>
              <a:t>⬇</a:t>
            </a:r>
            <a:endParaRPr lang="en-US" altLang="en-US"/>
          </a:p>
          <a:p>
            <a:r>
              <a:rPr lang="en-US" altLang="ja-JP"/>
              <a:t>        reducer(state, action)</a:t>
            </a:r>
            <a:endParaRPr lang="en-US" altLang="ja-JP"/>
          </a:p>
          <a:p>
            <a:r>
              <a:rPr lang="en-US" altLang="ja-JP"/>
              <a:t>           </a:t>
            </a:r>
            <a:r>
              <a:rPr lang="en-US" altLang="en-US"/>
              <a:t>⬇</a:t>
            </a:r>
            <a:endParaRPr lang="en-US" altLang="en-US"/>
          </a:p>
          <a:p>
            <a:r>
              <a:rPr lang="en-US" altLang="ja-JP"/>
              <a:t>        </a:t>
            </a:r>
            <a:r>
              <a:rPr lang="ja-JP" altLang="en-US"/>
              <a:t>返回新</a:t>
            </a:r>
            <a:r>
              <a:rPr lang="en-US" altLang="ja-JP"/>
              <a:t> state</a:t>
            </a:r>
            <a:endParaRPr lang="en-US" altLang="ja-JP"/>
          </a:p>
          <a:p>
            <a:r>
              <a:rPr lang="en-US" altLang="ja-JP"/>
              <a:t>           </a:t>
            </a:r>
            <a:r>
              <a:rPr lang="en-US" altLang="en-US"/>
              <a:t>⬇</a:t>
            </a:r>
            <a:endParaRPr lang="en-US" altLang="en-US"/>
          </a:p>
          <a:p>
            <a:r>
              <a:rPr lang="en-US" altLang="ja-JP"/>
              <a:t>        store </a:t>
            </a:r>
            <a:r>
              <a:rPr lang="ja-JP" altLang="en-US"/>
              <a:t>更新并通知组件</a:t>
            </a:r>
            <a:endParaRPr lang="ja-JP" altLang="en-US"/>
          </a:p>
          <a:p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Redux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ja-JP" altLang="en-US"/>
              <a:t>每个核心的详细说明</a:t>
            </a:r>
            <a:endParaRPr lang="ja-JP" altLang="en-US"/>
          </a:p>
          <a:p>
            <a:pPr lvl="1"/>
            <a:r>
              <a:rPr lang="en-US" altLang="ja-JP"/>
              <a:t>Store</a:t>
            </a:r>
            <a:endParaRPr lang="en-US" altLang="ja-JP"/>
          </a:p>
          <a:p>
            <a:pPr lvl="2"/>
            <a:r>
              <a:rPr lang="en-US" altLang="ja-JP"/>
              <a:t>Redux </a:t>
            </a:r>
            <a:r>
              <a:rPr lang="ja-JP" altLang="en-US"/>
              <a:t>提供的中央数据仓库；</a:t>
            </a:r>
            <a:endParaRPr lang="en-US" altLang="ja-JP"/>
          </a:p>
          <a:p>
            <a:pPr lvl="2"/>
            <a:r>
              <a:rPr lang="ja-JP" altLang="en-US"/>
              <a:t>通过</a:t>
            </a:r>
            <a:r>
              <a:rPr lang="en-US" altLang="ja-JP"/>
              <a:t> createStore(reducer) </a:t>
            </a:r>
            <a:r>
              <a:rPr lang="ja-JP" altLang="en-US"/>
              <a:t>创建；</a:t>
            </a:r>
            <a:endParaRPr lang="en-US" altLang="ja-JP"/>
          </a:p>
          <a:p>
            <a:pPr lvl="2"/>
            <a:r>
              <a:rPr lang="ja-JP" altLang="en-US"/>
              <a:t>提供的方法有：</a:t>
            </a:r>
            <a:endParaRPr lang="en-US" altLang="ja-JP"/>
          </a:p>
          <a:p>
            <a:pPr lvl="3"/>
            <a:r>
              <a:rPr lang="en-US" altLang="ja-JP"/>
              <a:t>store.getState()</a:t>
            </a:r>
            <a:r>
              <a:rPr lang="ja-JP" altLang="en-US"/>
              <a:t>：获取当前状态；</a:t>
            </a:r>
            <a:endParaRPr lang="en-US" altLang="ja-JP"/>
          </a:p>
          <a:p>
            <a:pPr lvl="3"/>
            <a:r>
              <a:rPr lang="en-US" altLang="ja-JP"/>
              <a:t>store.dispatch(action)</a:t>
            </a:r>
            <a:r>
              <a:rPr lang="ja-JP" altLang="en-US"/>
              <a:t>：发送一个</a:t>
            </a:r>
            <a:r>
              <a:rPr lang="en-US" altLang="ja-JP"/>
              <a:t> action </a:t>
            </a:r>
            <a:r>
              <a:rPr lang="ja-JP" altLang="en-US"/>
              <a:t>请求；</a:t>
            </a:r>
            <a:endParaRPr lang="en-US" altLang="ja-JP"/>
          </a:p>
          <a:p>
            <a:pPr lvl="3"/>
            <a:r>
              <a:rPr lang="en-US" altLang="ja-JP"/>
              <a:t>store.subscribe(listener)</a:t>
            </a:r>
            <a:r>
              <a:rPr lang="ja-JP" altLang="en-US"/>
              <a:t>：监听状态变化。</a:t>
            </a:r>
            <a:endParaRPr lang="ja-JP" altLang="en-US"/>
          </a:p>
          <a:p>
            <a:pPr lvl="1"/>
            <a:r>
              <a:rPr lang="en-US" altLang="ja-JP"/>
              <a:t>Action</a:t>
            </a:r>
            <a:endParaRPr lang="en-US" altLang="ja-JP"/>
          </a:p>
          <a:p>
            <a:pPr lvl="2"/>
            <a:r>
              <a:rPr lang="en-US" altLang="ja-JP"/>
              <a:t>const action = { type: 'increment' };</a:t>
            </a:r>
            <a:endParaRPr lang="en-US" altLang="ja-JP"/>
          </a:p>
          <a:p>
            <a:pPr lvl="2"/>
            <a:r>
              <a:rPr lang="ja-JP" altLang="en-US"/>
              <a:t>是一个普通对象，必须有</a:t>
            </a:r>
            <a:r>
              <a:rPr lang="en-US" altLang="ja-JP"/>
              <a:t> type </a:t>
            </a:r>
            <a:r>
              <a:rPr lang="ja-JP" altLang="en-US"/>
              <a:t>字段；</a:t>
            </a:r>
            <a:endParaRPr lang="en-US" altLang="ja-JP"/>
          </a:p>
          <a:p>
            <a:pPr lvl="2"/>
            <a:r>
              <a:rPr lang="en-US" altLang="ja-JP"/>
              <a:t>type </a:t>
            </a:r>
            <a:r>
              <a:rPr lang="ja-JP" altLang="en-US"/>
              <a:t>表示</a:t>
            </a:r>
            <a:r>
              <a:rPr lang="en-US" altLang="ja-JP"/>
              <a:t>“</a:t>
            </a:r>
            <a:r>
              <a:rPr lang="ja-JP" altLang="en-US"/>
              <a:t>要做什么事</a:t>
            </a:r>
            <a:r>
              <a:rPr lang="en-US" altLang="ja-JP"/>
              <a:t>”</a:t>
            </a:r>
            <a:r>
              <a:rPr lang="ja-JP" altLang="en-US"/>
              <a:t>；</a:t>
            </a:r>
            <a:endParaRPr lang="en-US" altLang="ja-JP"/>
          </a:p>
          <a:p>
            <a:pPr lvl="2"/>
            <a:r>
              <a:rPr lang="ja-JP" altLang="en-US"/>
              <a:t>也可以带参数，比如：</a:t>
            </a:r>
            <a:endParaRPr lang="ja-JP" altLang="en-US"/>
          </a:p>
          <a:p>
            <a:pPr lvl="3"/>
            <a:r>
              <a:rPr lang="en-US" altLang="ja-JP"/>
              <a:t>{ type: 'addTodo', payload: { id: 1, text: 'Learn Redux' } }</a:t>
            </a:r>
            <a:endParaRPr lang="en-US" alt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Redux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lvl="1"/>
            <a:r>
              <a:rPr lang="en-US" altLang="ja-JP"/>
              <a:t>Reducer</a:t>
            </a:r>
            <a:endParaRPr lang="en-US" altLang="ja-JP"/>
          </a:p>
          <a:p>
            <a:pPr lvl="2"/>
            <a:r>
              <a:rPr lang="en-US" altLang="ja-JP"/>
              <a:t>function reducer(state, action) {</a:t>
            </a:r>
            <a:endParaRPr lang="en-US" altLang="ja-JP"/>
          </a:p>
          <a:p>
            <a:pPr lvl="2"/>
            <a:r>
              <a:rPr lang="en-US" altLang="ja-JP"/>
              <a:t>  switch(action.type) {</a:t>
            </a:r>
            <a:endParaRPr lang="en-US" altLang="ja-JP"/>
          </a:p>
          <a:p>
            <a:pPr lvl="2"/>
            <a:r>
              <a:rPr lang="en-US" altLang="ja-JP"/>
              <a:t>    case 'something':</a:t>
            </a:r>
            <a:endParaRPr lang="en-US" altLang="ja-JP"/>
          </a:p>
          <a:p>
            <a:pPr lvl="2"/>
            <a:r>
              <a:rPr lang="en-US" altLang="ja-JP"/>
              <a:t>      return newState;</a:t>
            </a:r>
            <a:endParaRPr lang="en-US" altLang="ja-JP"/>
          </a:p>
          <a:p>
            <a:pPr lvl="2"/>
            <a:r>
              <a:rPr lang="en-US" altLang="ja-JP"/>
              <a:t>    default:</a:t>
            </a:r>
            <a:endParaRPr lang="en-US" altLang="ja-JP"/>
          </a:p>
          <a:p>
            <a:pPr lvl="2"/>
            <a:r>
              <a:rPr lang="en-US" altLang="ja-JP"/>
              <a:t>      return state;</a:t>
            </a:r>
            <a:endParaRPr lang="en-US" altLang="ja-JP"/>
          </a:p>
          <a:p>
            <a:pPr lvl="2"/>
            <a:r>
              <a:rPr lang="en-US" altLang="ja-JP"/>
              <a:t>  }</a:t>
            </a:r>
            <a:endParaRPr lang="en-US" altLang="ja-JP"/>
          </a:p>
          <a:p>
            <a:pPr lvl="2"/>
            <a:r>
              <a:rPr lang="en-US" altLang="ja-JP"/>
              <a:t>}</a:t>
            </a:r>
            <a:endParaRPr lang="en-US" altLang="ja-JP"/>
          </a:p>
          <a:p>
            <a:pPr lvl="2"/>
            <a:r>
              <a:rPr lang="ja-JP" altLang="en-US"/>
              <a:t>是一个纯函数：不能修改原</a:t>
            </a:r>
            <a:r>
              <a:rPr lang="en-US" altLang="ja-JP"/>
              <a:t> state</a:t>
            </a:r>
            <a:r>
              <a:rPr lang="ja-JP" altLang="en-US"/>
              <a:t>，只能返回新</a:t>
            </a:r>
            <a:r>
              <a:rPr lang="en-US" altLang="ja-JP"/>
              <a:t> state</a:t>
            </a:r>
            <a:r>
              <a:rPr lang="ja-JP" altLang="en-US"/>
              <a:t>；</a:t>
            </a:r>
            <a:endParaRPr lang="en-US" altLang="ja-JP"/>
          </a:p>
          <a:p>
            <a:pPr lvl="2"/>
            <a:r>
              <a:rPr lang="ja-JP" altLang="en-US"/>
              <a:t>根据</a:t>
            </a:r>
            <a:r>
              <a:rPr lang="en-US" altLang="ja-JP"/>
              <a:t> action </a:t>
            </a:r>
            <a:r>
              <a:rPr lang="ja-JP" altLang="en-US"/>
              <a:t>的</a:t>
            </a:r>
            <a:r>
              <a:rPr lang="en-US" altLang="ja-JP"/>
              <a:t> type </a:t>
            </a:r>
            <a:r>
              <a:rPr lang="ja-JP" altLang="en-US"/>
              <a:t>决定返回怎样的状态；</a:t>
            </a:r>
            <a:endParaRPr lang="en-US" altLang="ja-JP"/>
          </a:p>
          <a:p>
            <a:pPr lvl="2"/>
            <a:r>
              <a:rPr lang="ja-JP" altLang="en-US"/>
              <a:t>通常按模块拆分多个</a:t>
            </a:r>
            <a:r>
              <a:rPr lang="en-US" altLang="ja-JP"/>
              <a:t> reducer</a:t>
            </a:r>
            <a:r>
              <a:rPr lang="ja-JP" altLang="en-US"/>
              <a:t>。</a:t>
            </a:r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331470" y="175895"/>
            <a:ext cx="11022330" cy="6376670"/>
          </a:xfrm>
        </p:spPr>
        <p:txBody>
          <a:bodyPr>
            <a:noAutofit/>
          </a:bodyPr>
          <a:p>
            <a:r>
              <a:rPr lang="ja-JP" altLang="en-US" sz="1300">
                <a:sym typeface="+mn-ea"/>
              </a:rPr>
              <a:t>基本代码结构：</a:t>
            </a:r>
            <a:endParaRPr lang="ja-JP" altLang="en-US" sz="1300"/>
          </a:p>
          <a:p>
            <a:pPr lvl="1"/>
            <a:r>
              <a:rPr lang="en-US" altLang="ja-JP" sz="1300">
                <a:sym typeface="+mn-ea"/>
              </a:rPr>
              <a:t>import { createStore } from 'redux';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// </a:t>
            </a:r>
            <a:r>
              <a:rPr lang="ja-JP" altLang="en-US" sz="1300">
                <a:sym typeface="+mn-ea"/>
              </a:rPr>
              <a:t>初始状态</a:t>
            </a:r>
            <a:endParaRPr lang="ja-JP" altLang="en-US" sz="1300"/>
          </a:p>
          <a:p>
            <a:pPr lvl="1"/>
            <a:r>
              <a:rPr lang="en-US" altLang="ja-JP" sz="1300">
                <a:sym typeface="+mn-ea"/>
              </a:rPr>
              <a:t>const initialState = { count: 0 };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// reducer: </a:t>
            </a:r>
            <a:r>
              <a:rPr lang="ja-JP" altLang="en-US" sz="1300">
                <a:sym typeface="+mn-ea"/>
              </a:rPr>
              <a:t>描述状态变化</a:t>
            </a:r>
            <a:endParaRPr lang="ja-JP" altLang="en-US" sz="1300"/>
          </a:p>
          <a:p>
            <a:pPr lvl="1"/>
            <a:r>
              <a:rPr lang="en-US" altLang="ja-JP" sz="1300">
                <a:sym typeface="+mn-ea"/>
              </a:rPr>
              <a:t>function counterReducer(state = initialState, action) {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switch (action.type) {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case 'increment':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  return { count: state.count + 1 };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case 'decrement':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  return { count: state.count - 1 };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default: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    return state;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}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}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// </a:t>
            </a:r>
            <a:r>
              <a:rPr lang="ja-JP" altLang="en-US" sz="1300">
                <a:sym typeface="+mn-ea"/>
              </a:rPr>
              <a:t>创建</a:t>
            </a:r>
            <a:r>
              <a:rPr lang="en-US" altLang="ja-JP" sz="1300">
                <a:sym typeface="+mn-ea"/>
              </a:rPr>
              <a:t> store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const store = createStore(counterReducer);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// </a:t>
            </a:r>
            <a:r>
              <a:rPr lang="ja-JP" altLang="en-US" sz="1300">
                <a:sym typeface="+mn-ea"/>
              </a:rPr>
              <a:t>订阅监听（调试用）</a:t>
            </a:r>
            <a:endParaRPr lang="ja-JP" altLang="en-US" sz="1300"/>
          </a:p>
          <a:p>
            <a:pPr lvl="1"/>
            <a:r>
              <a:rPr lang="en-US" altLang="ja-JP" sz="1300">
                <a:sym typeface="+mn-ea"/>
              </a:rPr>
              <a:t>store.subscribe(() =&gt; {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  console.log('</a:t>
            </a:r>
            <a:r>
              <a:rPr lang="ja-JP" altLang="en-US" sz="1300">
                <a:sym typeface="+mn-ea"/>
              </a:rPr>
              <a:t>当前状态：</a:t>
            </a:r>
            <a:r>
              <a:rPr lang="en-US" altLang="ja-JP" sz="1300">
                <a:sym typeface="+mn-ea"/>
              </a:rPr>
              <a:t>', store.getState());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});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// </a:t>
            </a:r>
            <a:r>
              <a:rPr lang="ja-JP" altLang="en-US" sz="1300">
                <a:sym typeface="+mn-ea"/>
              </a:rPr>
              <a:t>派发</a:t>
            </a:r>
            <a:r>
              <a:rPr lang="en-US" altLang="ja-JP" sz="1300">
                <a:sym typeface="+mn-ea"/>
              </a:rPr>
              <a:t> action</a:t>
            </a:r>
            <a:r>
              <a:rPr lang="ja-JP" altLang="en-US" sz="1300">
                <a:sym typeface="+mn-ea"/>
              </a:rPr>
              <a:t>（发起状态修改）</a:t>
            </a:r>
            <a:endParaRPr lang="ja-JP" altLang="en-US" sz="1300"/>
          </a:p>
          <a:p>
            <a:pPr lvl="1"/>
            <a:r>
              <a:rPr lang="en-US" altLang="ja-JP" sz="1300">
                <a:sym typeface="+mn-ea"/>
              </a:rPr>
              <a:t>store.dispatch({ type: 'increment' });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store.dispatch({ type: 'increment' });</a:t>
            </a:r>
            <a:endParaRPr lang="en-US" altLang="ja-JP" sz="1300"/>
          </a:p>
          <a:p>
            <a:pPr lvl="1"/>
            <a:r>
              <a:rPr lang="en-US" altLang="ja-JP" sz="1300">
                <a:sym typeface="+mn-ea"/>
              </a:rPr>
              <a:t>store.dispatch({ type: 'decrement' });</a:t>
            </a:r>
            <a:endParaRPr lang="en-US" altLang="ja-JP" sz="1300"/>
          </a:p>
          <a:p>
            <a:endParaRPr lang="en-US" altLang="ja-JP" sz="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5210"/>
          </a:xfrm>
        </p:spPr>
        <p:txBody>
          <a:bodyPr/>
          <a:p>
            <a:r>
              <a:rPr lang="en-US" altLang="ja-JP"/>
              <a:t>react</a:t>
            </a:r>
            <a:r>
              <a:rPr lang="zh-CN" altLang="en-US"/>
              <a:t>中使用</a:t>
            </a:r>
            <a:r>
              <a:rPr lang="en-US" altLang="zh-CN"/>
              <a:t>Redux</a:t>
            </a:r>
            <a:r>
              <a:rPr lang="zh-CN" altLang="en-US"/>
              <a:t>和</a:t>
            </a:r>
            <a:r>
              <a:rPr lang="en-US" altLang="zh-CN"/>
              <a:t>React-Redux</a:t>
            </a:r>
            <a:endParaRPr lang="en-US" altLang="zh-CN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安装</a:t>
            </a:r>
            <a:r>
              <a:rPr lang="en-US" altLang="ja-JP"/>
              <a:t> Redux </a:t>
            </a:r>
            <a:r>
              <a:rPr lang="ja-JP" altLang="en-US"/>
              <a:t>和</a:t>
            </a:r>
            <a:r>
              <a:rPr lang="en-US" altLang="ja-JP"/>
              <a:t> React-Redux</a:t>
            </a:r>
            <a:endParaRPr lang="en-US" altLang="ja-JP"/>
          </a:p>
          <a:p>
            <a:pPr lvl="1"/>
            <a:r>
              <a:rPr lang="en-US" altLang="ja-JP"/>
              <a:t>npm install redux react-redux</a:t>
            </a:r>
            <a:endParaRPr lang="en-US" altLang="ja-JP"/>
          </a:p>
          <a:p>
            <a:pPr lvl="0"/>
            <a:r>
              <a:rPr lang="ja-JP" altLang="en-US"/>
              <a:t>说明</a:t>
            </a:r>
            <a:endParaRPr lang="ja-JP" altLang="en-US"/>
          </a:p>
          <a:p>
            <a:pPr lvl="1"/>
            <a:r>
              <a:rPr lang="en-US" altLang="ja-JP"/>
              <a:t>redux</a:t>
            </a:r>
            <a:endParaRPr lang="en-US" altLang="ja-JP"/>
          </a:p>
          <a:p>
            <a:pPr lvl="2"/>
            <a:r>
              <a:rPr lang="en-US" altLang="ja-JP"/>
              <a:t>Redux </a:t>
            </a:r>
            <a:r>
              <a:rPr lang="ja-JP" altLang="en-US"/>
              <a:t>本体，用来创建</a:t>
            </a:r>
            <a:r>
              <a:rPr lang="en-US" altLang="ja-JP"/>
              <a:t> store</a:t>
            </a:r>
            <a:r>
              <a:rPr lang="ja-JP" altLang="en-US"/>
              <a:t>、定义</a:t>
            </a:r>
            <a:r>
              <a:rPr lang="en-US" altLang="ja-JP"/>
              <a:t> reducer</a:t>
            </a:r>
            <a:r>
              <a:rPr lang="ja-JP" altLang="en-US"/>
              <a:t>、处理</a:t>
            </a:r>
            <a:r>
              <a:rPr lang="en-US" altLang="ja-JP"/>
              <a:t> action </a:t>
            </a:r>
            <a:r>
              <a:rPr lang="ja-JP" altLang="en-US"/>
              <a:t>等</a:t>
            </a:r>
            <a:endParaRPr lang="ja-JP" altLang="en-US"/>
          </a:p>
          <a:p>
            <a:pPr lvl="2"/>
            <a:r>
              <a:rPr lang="ja-JP" altLang="en-US"/>
              <a:t>管理状态的核心库</a:t>
            </a:r>
            <a:endParaRPr lang="ja-JP" altLang="en-US"/>
          </a:p>
          <a:p>
            <a:pPr lvl="1"/>
            <a:r>
              <a:rPr lang="en-US" altLang="ja-JP"/>
              <a:t>react-redux</a:t>
            </a:r>
            <a:endParaRPr lang="en-US" altLang="ja-JP"/>
          </a:p>
          <a:p>
            <a:pPr lvl="2"/>
            <a:r>
              <a:rPr lang="en-US" altLang="ja-JP"/>
              <a:t>React </a:t>
            </a:r>
            <a:r>
              <a:rPr lang="ja-JP" altLang="en-US"/>
              <a:t>与</a:t>
            </a:r>
            <a:r>
              <a:rPr lang="en-US" altLang="ja-JP"/>
              <a:t> Redux </a:t>
            </a:r>
            <a:r>
              <a:rPr lang="ja-JP" altLang="en-US"/>
              <a:t>的绑定库</a:t>
            </a:r>
            <a:endParaRPr lang="ja-JP" altLang="en-US"/>
          </a:p>
          <a:p>
            <a:pPr lvl="2"/>
            <a:r>
              <a:rPr lang="ja-JP" altLang="en-US"/>
              <a:t>让</a:t>
            </a:r>
            <a:r>
              <a:rPr lang="en-US" altLang="ja-JP"/>
              <a:t> Redux </a:t>
            </a:r>
            <a:r>
              <a:rPr lang="ja-JP" altLang="en-US"/>
              <a:t>能在</a:t>
            </a:r>
            <a:r>
              <a:rPr lang="en-US" altLang="ja-JP"/>
              <a:t> React </a:t>
            </a:r>
            <a:r>
              <a:rPr lang="ja-JP" altLang="en-US"/>
              <a:t>组件中使用，如通过</a:t>
            </a:r>
            <a:r>
              <a:rPr lang="en-US" altLang="ja-JP"/>
              <a:t> Provider</a:t>
            </a:r>
            <a:r>
              <a:rPr lang="ja-JP" altLang="en-US"/>
              <a:t>、</a:t>
            </a:r>
            <a:r>
              <a:rPr lang="en-US" altLang="ja-JP"/>
              <a:t>useSelector</a:t>
            </a:r>
            <a:r>
              <a:rPr lang="ja-JP" altLang="en-US"/>
              <a:t>、</a:t>
            </a:r>
            <a:r>
              <a:rPr lang="en-US" altLang="ja-JP"/>
              <a:t>useDispatch </a:t>
            </a:r>
            <a:r>
              <a:rPr lang="ja-JP" altLang="en-US"/>
              <a:t>等</a:t>
            </a:r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454660"/>
            <a:ext cx="10515600" cy="6171565"/>
          </a:xfrm>
        </p:spPr>
        <p:txBody>
          <a:bodyPr>
            <a:normAutofit fontScale="90000"/>
          </a:bodyPr>
          <a:p>
            <a:r>
              <a:rPr lang="ja-JP" altLang="en-US"/>
              <a:t>创建</a:t>
            </a:r>
            <a:r>
              <a:rPr lang="en-US" altLang="ja-JP"/>
              <a:t> Reducer</a:t>
            </a:r>
            <a:r>
              <a:rPr lang="ja-JP" altLang="en-US"/>
              <a:t>：</a:t>
            </a:r>
            <a:r>
              <a:rPr lang="en-US" altLang="ja-JP"/>
              <a:t>src/store/counterReducer.js</a:t>
            </a:r>
            <a:endParaRPr lang="en-US" altLang="ja-JP"/>
          </a:p>
          <a:p>
            <a:pPr lvl="1"/>
            <a:r>
              <a:rPr lang="en-US" altLang="ja-JP"/>
              <a:t>// </a:t>
            </a:r>
            <a:r>
              <a:rPr lang="ja-JP" altLang="en-US"/>
              <a:t>初始状态</a:t>
            </a:r>
            <a:endParaRPr lang="ja-JP" altLang="en-US"/>
          </a:p>
          <a:p>
            <a:pPr lvl="1"/>
            <a:r>
              <a:rPr lang="en-US" altLang="ja-JP"/>
              <a:t>const initialState = {</a:t>
            </a:r>
            <a:endParaRPr lang="en-US" altLang="ja-JP"/>
          </a:p>
          <a:p>
            <a:pPr lvl="1"/>
            <a:r>
              <a:rPr lang="en-US" altLang="ja-JP"/>
              <a:t>  count: 0</a:t>
            </a:r>
            <a:endParaRPr lang="en-US" altLang="ja-JP"/>
          </a:p>
          <a:p>
            <a:pPr lvl="1"/>
            <a:r>
              <a:rPr lang="en-US" altLang="ja-JP"/>
              <a:t>};</a:t>
            </a:r>
            <a:endParaRPr lang="en-US" altLang="ja-JP"/>
          </a:p>
          <a:p>
            <a:pPr lvl="1"/>
            <a:r>
              <a:rPr lang="en-US" altLang="ja-JP"/>
              <a:t>// reducer</a:t>
            </a:r>
            <a:r>
              <a:rPr lang="ja-JP" altLang="en-US"/>
              <a:t>：纯函数，返回新</a:t>
            </a:r>
            <a:r>
              <a:rPr lang="en-US" altLang="ja-JP"/>
              <a:t> state</a:t>
            </a:r>
            <a:endParaRPr lang="en-US" altLang="ja-JP"/>
          </a:p>
          <a:p>
            <a:pPr lvl="1"/>
            <a:r>
              <a:rPr lang="en-US" altLang="ja-JP"/>
              <a:t>export default function counterReducer(state = initialState, action) {</a:t>
            </a:r>
            <a:endParaRPr lang="en-US" altLang="ja-JP"/>
          </a:p>
          <a:p>
            <a:pPr lvl="1"/>
            <a:r>
              <a:rPr lang="en-US" altLang="ja-JP"/>
              <a:t>  switch (action.type) {</a:t>
            </a:r>
            <a:endParaRPr lang="en-US" altLang="ja-JP"/>
          </a:p>
          <a:p>
            <a:pPr lvl="1"/>
            <a:r>
              <a:rPr lang="en-US" altLang="ja-JP"/>
              <a:t>    case 'increment':</a:t>
            </a:r>
            <a:endParaRPr lang="en-US" altLang="ja-JP"/>
          </a:p>
          <a:p>
            <a:pPr lvl="1"/>
            <a:r>
              <a:rPr lang="en-US" altLang="ja-JP"/>
              <a:t>      return { count: state.count + 1 };</a:t>
            </a:r>
            <a:endParaRPr lang="en-US" altLang="ja-JP"/>
          </a:p>
          <a:p>
            <a:pPr lvl="1"/>
            <a:r>
              <a:rPr lang="en-US" altLang="ja-JP"/>
              <a:t>    case 'decrement':</a:t>
            </a:r>
            <a:endParaRPr lang="en-US" altLang="ja-JP"/>
          </a:p>
          <a:p>
            <a:pPr lvl="1"/>
            <a:r>
              <a:rPr lang="en-US" altLang="ja-JP"/>
              <a:t>      return { count: state.count - 1 };</a:t>
            </a:r>
            <a:endParaRPr lang="en-US" altLang="ja-JP"/>
          </a:p>
          <a:p>
            <a:pPr lvl="1"/>
            <a:r>
              <a:rPr lang="en-US" altLang="ja-JP"/>
              <a:t>    default:</a:t>
            </a:r>
            <a:endParaRPr lang="en-US" altLang="ja-JP"/>
          </a:p>
          <a:p>
            <a:pPr lvl="1"/>
            <a:r>
              <a:rPr lang="en-US" altLang="ja-JP"/>
              <a:t>      return state;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213995"/>
            <a:ext cx="10515600" cy="6487795"/>
          </a:xfrm>
        </p:spPr>
        <p:txBody>
          <a:bodyPr>
            <a:normAutofit/>
          </a:bodyPr>
          <a:p>
            <a:r>
              <a:rPr lang="ja-JP" altLang="en-US"/>
              <a:t>涉及</a:t>
            </a:r>
            <a:r>
              <a:rPr lang="en-US" altLang="ja-JP"/>
              <a:t> API </a:t>
            </a:r>
            <a:r>
              <a:rPr lang="ja-JP" altLang="en-US"/>
              <a:t>和原理：</a:t>
            </a:r>
            <a:endParaRPr lang="ja-JP" altLang="en-US"/>
          </a:p>
          <a:p>
            <a:pPr lvl="1"/>
            <a:r>
              <a:rPr lang="en-US" altLang="ja-JP"/>
              <a:t>state	</a:t>
            </a:r>
            <a:endParaRPr lang="en-US" altLang="ja-JP"/>
          </a:p>
          <a:p>
            <a:pPr lvl="2"/>
            <a:r>
              <a:rPr lang="ja-JP" altLang="en-US"/>
              <a:t>当前状态（</a:t>
            </a:r>
            <a:r>
              <a:rPr lang="en-US" altLang="ja-JP"/>
              <a:t>Redux </a:t>
            </a:r>
            <a:r>
              <a:rPr lang="ja-JP" altLang="en-US"/>
              <a:t>会每次传入最新的</a:t>
            </a:r>
            <a:r>
              <a:rPr lang="en-US" altLang="ja-JP"/>
              <a:t> state</a:t>
            </a:r>
            <a:r>
              <a:rPr lang="ja-JP" altLang="en-US"/>
              <a:t>）</a:t>
            </a:r>
            <a:endParaRPr lang="ja-JP" altLang="en-US"/>
          </a:p>
          <a:p>
            <a:pPr lvl="1"/>
            <a:r>
              <a:rPr lang="en-US" altLang="ja-JP"/>
              <a:t>action	</a:t>
            </a:r>
            <a:endParaRPr lang="en-US" altLang="ja-JP"/>
          </a:p>
          <a:p>
            <a:pPr lvl="2"/>
            <a:r>
              <a:rPr lang="ja-JP" altLang="en-US"/>
              <a:t>要执行的动作，是一个对象，至少包含</a:t>
            </a:r>
            <a:r>
              <a:rPr lang="en-US" altLang="ja-JP"/>
              <a:t> type </a:t>
            </a:r>
            <a:r>
              <a:rPr lang="ja-JP" altLang="en-US"/>
              <a:t>字段</a:t>
            </a:r>
            <a:endParaRPr lang="ja-JP" altLang="en-US"/>
          </a:p>
          <a:p>
            <a:pPr lvl="1"/>
            <a:r>
              <a:rPr lang="en-US" altLang="ja-JP"/>
              <a:t>switch(action.type)	</a:t>
            </a:r>
            <a:endParaRPr lang="en-US" altLang="ja-JP"/>
          </a:p>
          <a:p>
            <a:pPr lvl="2"/>
            <a:r>
              <a:rPr lang="ja-JP" altLang="en-US"/>
              <a:t>判断</a:t>
            </a:r>
            <a:r>
              <a:rPr lang="en-US" altLang="ja-JP"/>
              <a:t> action </a:t>
            </a:r>
            <a:r>
              <a:rPr lang="ja-JP" altLang="en-US"/>
              <a:t>的类型，并返回新状态</a:t>
            </a:r>
            <a:endParaRPr lang="ja-JP" altLang="en-US"/>
          </a:p>
          <a:p>
            <a:pPr lvl="1"/>
            <a:r>
              <a:rPr lang="en-US" altLang="ja-JP"/>
              <a:t>return {...}	</a:t>
            </a:r>
            <a:endParaRPr lang="en-US" altLang="ja-JP"/>
          </a:p>
          <a:p>
            <a:pPr lvl="2"/>
            <a:r>
              <a:rPr lang="ja-JP" altLang="en-US"/>
              <a:t>返回的是一个新对象，不能修改原</a:t>
            </a:r>
            <a:r>
              <a:rPr lang="en-US" altLang="ja-JP"/>
              <a:t> state</a:t>
            </a:r>
            <a:r>
              <a:rPr lang="ja-JP" altLang="en-US"/>
              <a:t>（必须保持纯函数）</a:t>
            </a:r>
            <a:endParaRPr lang="ja-JP" altLang="en-US"/>
          </a:p>
          <a:p>
            <a:pPr lvl="1"/>
            <a:r>
              <a:rPr lang="en-US" altLang="ja-JP"/>
              <a:t>initialState	</a:t>
            </a:r>
            <a:endParaRPr lang="en-US" altLang="ja-JP"/>
          </a:p>
          <a:p>
            <a:pPr lvl="2"/>
            <a:r>
              <a:rPr lang="ja-JP" altLang="en-US"/>
              <a:t>初始化默认状态，如果</a:t>
            </a:r>
            <a:r>
              <a:rPr lang="en-US" altLang="ja-JP"/>
              <a:t> state </a:t>
            </a:r>
            <a:r>
              <a:rPr lang="ja-JP" altLang="en-US"/>
              <a:t>为</a:t>
            </a:r>
            <a:r>
              <a:rPr lang="en-US" altLang="ja-JP"/>
              <a:t> undefined</a:t>
            </a:r>
            <a:r>
              <a:rPr lang="ja-JP" altLang="en-US"/>
              <a:t>，则采用这个默认值</a:t>
            </a:r>
            <a:endParaRPr lang="ja-JP" altLang="en-US"/>
          </a:p>
          <a:p>
            <a:pPr lvl="0"/>
            <a:r>
              <a:rPr lang="ja-JP" altLang="en-US"/>
              <a:t>为什么必须写</a:t>
            </a:r>
            <a:r>
              <a:rPr lang="en-US" altLang="ja-JP"/>
              <a:t> reducer</a:t>
            </a:r>
            <a:r>
              <a:rPr lang="ja-JP" altLang="en-US"/>
              <a:t>？</a:t>
            </a:r>
            <a:endParaRPr lang="ja-JP" altLang="en-US"/>
          </a:p>
          <a:p>
            <a:pPr lvl="1"/>
            <a:r>
              <a:rPr lang="en-US" altLang="ja-JP"/>
              <a:t>Redux </a:t>
            </a:r>
            <a:r>
              <a:rPr lang="ja-JP" altLang="en-US"/>
              <a:t>的状态只能通过</a:t>
            </a:r>
            <a:r>
              <a:rPr lang="en-US" altLang="ja-JP"/>
              <a:t> reducer </a:t>
            </a:r>
            <a:r>
              <a:rPr lang="ja-JP" altLang="en-US"/>
              <a:t>修改，它是</a:t>
            </a:r>
            <a:r>
              <a:rPr lang="en-US" altLang="ja-JP"/>
              <a:t> Redux </a:t>
            </a:r>
            <a:r>
              <a:rPr lang="ja-JP" altLang="en-US"/>
              <a:t>中的</a:t>
            </a:r>
            <a:r>
              <a:rPr lang="en-US" altLang="ja-JP"/>
              <a:t>“</a:t>
            </a:r>
            <a:r>
              <a:rPr lang="ja-JP" altLang="en-US"/>
              <a:t>审批员</a:t>
            </a:r>
            <a:r>
              <a:rPr lang="en-US" altLang="ja-JP"/>
              <a:t>”</a:t>
            </a:r>
            <a:r>
              <a:rPr lang="ja-JP" altLang="en-US"/>
              <a:t>，拦截并决定如何响应</a:t>
            </a:r>
            <a:r>
              <a:rPr lang="en-US" altLang="ja-JP"/>
              <a:t> action</a:t>
            </a:r>
            <a:r>
              <a:rPr lang="ja-JP" altLang="en-US"/>
              <a:t>。</a:t>
            </a:r>
            <a:endParaRPr lang="ja-JP" altLang="en-US"/>
          </a:p>
          <a:p>
            <a:pPr lvl="0"/>
            <a:endParaRPr lang="en-US" altLang="ja-JP"/>
          </a:p>
          <a:p>
            <a:pPr lvl="0"/>
            <a:endParaRPr lang="en-US" altLang="ja-JP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734060"/>
            <a:ext cx="10515600" cy="5443220"/>
          </a:xfrm>
        </p:spPr>
        <p:txBody>
          <a:bodyPr/>
          <a:p>
            <a:r>
              <a:rPr lang="ja-JP" altLang="en-US"/>
              <a:t>创建</a:t>
            </a:r>
            <a:r>
              <a:rPr lang="en-US" altLang="ja-JP"/>
              <a:t> Redux Store	src/store/index.js</a:t>
            </a:r>
            <a:endParaRPr lang="en-US" altLang="ja-JP"/>
          </a:p>
          <a:p>
            <a:pPr lvl="1"/>
            <a:r>
              <a:rPr lang="en-US" altLang="ja-JP"/>
              <a:t>import { createStore } from 'redux';</a:t>
            </a:r>
            <a:endParaRPr lang="en-US" altLang="ja-JP"/>
          </a:p>
          <a:p>
            <a:pPr lvl="1"/>
            <a:r>
              <a:rPr lang="en-US" altLang="ja-JP"/>
              <a:t>import counterReducer from './counterReducer';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const store = createStore(counterReducer);</a:t>
            </a:r>
            <a:endParaRPr lang="en-US" altLang="ja-JP"/>
          </a:p>
          <a:p>
            <a:pPr lvl="1"/>
            <a:r>
              <a:rPr lang="en-US" altLang="ja-JP"/>
              <a:t>export default store;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531495"/>
            <a:ext cx="10515600" cy="5888990"/>
          </a:xfrm>
        </p:spPr>
        <p:txBody>
          <a:bodyPr/>
          <a:p>
            <a:r>
              <a:rPr lang="ja-JP" altLang="en-US"/>
              <a:t>涉及</a:t>
            </a:r>
            <a:r>
              <a:rPr lang="en-US" altLang="ja-JP"/>
              <a:t> API </a:t>
            </a:r>
            <a:r>
              <a:rPr lang="ja-JP" altLang="en-US"/>
              <a:t>和说明：</a:t>
            </a:r>
            <a:endParaRPr lang="ja-JP" altLang="en-US"/>
          </a:p>
          <a:p>
            <a:pPr lvl="1"/>
            <a:r>
              <a:rPr lang="en-US" altLang="ja-JP"/>
              <a:t>createStore(reducer)	</a:t>
            </a:r>
            <a:endParaRPr lang="en-US" altLang="ja-JP"/>
          </a:p>
          <a:p>
            <a:pPr lvl="2"/>
            <a:r>
              <a:rPr lang="ja-JP" altLang="en-US"/>
              <a:t>创建</a:t>
            </a:r>
            <a:r>
              <a:rPr lang="en-US" altLang="ja-JP"/>
              <a:t> Redux </a:t>
            </a:r>
            <a:r>
              <a:rPr lang="ja-JP" altLang="en-US"/>
              <a:t>的全局状态容器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所有组件将从这里获取和更新状态</a:t>
            </a:r>
            <a:endParaRPr lang="ja-JP" altLang="en-US"/>
          </a:p>
          <a:p>
            <a:pPr lvl="1"/>
            <a:r>
              <a:rPr lang="en-US" altLang="ja-JP"/>
              <a:t>store.getState()	</a:t>
            </a:r>
            <a:endParaRPr lang="en-US" altLang="ja-JP"/>
          </a:p>
          <a:p>
            <a:pPr lvl="2"/>
            <a:r>
              <a:rPr lang="ja-JP" altLang="en-US"/>
              <a:t>获取当前状态（可用于调试）</a:t>
            </a:r>
            <a:r>
              <a:rPr lang="en-US" altLang="ja-JP"/>
              <a:t>	</a:t>
            </a:r>
            <a:endParaRPr lang="en-US" altLang="ja-JP"/>
          </a:p>
          <a:p>
            <a:pPr lvl="1"/>
            <a:r>
              <a:rPr lang="en-US" altLang="ja-JP"/>
              <a:t>store.dispatch(action)	</a:t>
            </a:r>
            <a:endParaRPr lang="en-US" altLang="ja-JP"/>
          </a:p>
          <a:p>
            <a:pPr lvl="2"/>
            <a:r>
              <a:rPr lang="ja-JP" altLang="en-US"/>
              <a:t>派发一个</a:t>
            </a:r>
            <a:r>
              <a:rPr lang="en-US" altLang="ja-JP"/>
              <a:t> action </a:t>
            </a:r>
            <a:r>
              <a:rPr lang="ja-JP" altLang="en-US"/>
              <a:t>来更新状态</a:t>
            </a:r>
            <a:r>
              <a:rPr lang="en-US" altLang="ja-JP"/>
              <a:t>	</a:t>
            </a:r>
            <a:endParaRPr lang="en-US" altLang="ja-JP"/>
          </a:p>
          <a:p>
            <a:pPr lvl="1"/>
            <a:r>
              <a:rPr lang="en-US" altLang="ja-JP"/>
              <a:t>store.subscribe(listener)	</a:t>
            </a:r>
            <a:endParaRPr lang="en-US" altLang="ja-JP"/>
          </a:p>
          <a:p>
            <a:pPr lvl="2"/>
            <a:r>
              <a:rPr lang="ja-JP" altLang="en-US"/>
              <a:t>注册状态变更回调（一般不手写，用</a:t>
            </a:r>
            <a:r>
              <a:rPr lang="en-US" altLang="ja-JP"/>
              <a:t> React-Redux </a:t>
            </a:r>
            <a:r>
              <a:rPr lang="ja-JP" altLang="en-US"/>
              <a:t>自动做）</a:t>
            </a:r>
            <a:r>
              <a:rPr lang="en-US" altLang="ja-JP"/>
              <a:t>	</a:t>
            </a:r>
            <a:endParaRPr lang="en-US" altLang="ja-JP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6320790"/>
          </a:xfrm>
        </p:spPr>
        <p:txBody>
          <a:bodyPr/>
          <a:p>
            <a:r>
              <a:rPr lang="ja-JP" altLang="en-US"/>
              <a:t>将</a:t>
            </a:r>
            <a:r>
              <a:rPr lang="en-US" altLang="ja-JP"/>
              <a:t> Redux </a:t>
            </a:r>
            <a:r>
              <a:rPr lang="ja-JP" altLang="en-US"/>
              <a:t>注入</a:t>
            </a:r>
            <a:r>
              <a:rPr lang="en-US" altLang="ja-JP"/>
              <a:t> React </a:t>
            </a:r>
            <a:r>
              <a:rPr lang="ja-JP" altLang="en-US"/>
              <a:t>应用</a:t>
            </a:r>
            <a:r>
              <a:rPr lang="en-US" altLang="ja-JP"/>
              <a:t>		src/main.jsx</a:t>
            </a:r>
            <a:endParaRPr lang="en-US" altLang="ja-JP"/>
          </a:p>
          <a:p>
            <a:pPr lvl="1"/>
            <a:r>
              <a:rPr lang="en-US" altLang="ja-JP"/>
              <a:t>import { Provider } from 'react-redux';</a:t>
            </a:r>
            <a:endParaRPr lang="en-US" altLang="ja-JP"/>
          </a:p>
          <a:p>
            <a:pPr lvl="1"/>
            <a:r>
              <a:rPr lang="en-US" altLang="ja-JP"/>
              <a:t>import store from './store';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&lt;Provider store={store}&gt;</a:t>
            </a:r>
            <a:endParaRPr lang="en-US" altLang="ja-JP"/>
          </a:p>
          <a:p>
            <a:pPr lvl="1"/>
            <a:r>
              <a:rPr lang="en-US" altLang="ja-JP"/>
              <a:t>  &lt;App /&gt;</a:t>
            </a:r>
            <a:endParaRPr lang="en-US" altLang="ja-JP"/>
          </a:p>
          <a:p>
            <a:pPr lvl="1"/>
            <a:r>
              <a:rPr lang="en-US" altLang="ja-JP"/>
              <a:t>&lt;/Provider&gt;</a:t>
            </a:r>
            <a:endParaRPr lang="en-US" altLang="ja-JP"/>
          </a:p>
          <a:p>
            <a:pPr lvl="0"/>
            <a:r>
              <a:rPr lang="ja-JP" altLang="en-US"/>
              <a:t>涉及</a:t>
            </a:r>
            <a:r>
              <a:rPr lang="en-US" altLang="ja-JP"/>
              <a:t> API </a:t>
            </a:r>
            <a:r>
              <a:rPr lang="ja-JP" altLang="en-US"/>
              <a:t>和说明：</a:t>
            </a:r>
            <a:endParaRPr lang="ja-JP" altLang="en-US"/>
          </a:p>
          <a:p>
            <a:pPr lvl="1"/>
            <a:r>
              <a:rPr lang="en-US" altLang="ja-JP"/>
              <a:t>&lt;Provider&gt;	</a:t>
            </a:r>
            <a:endParaRPr lang="en-US" altLang="ja-JP"/>
          </a:p>
          <a:p>
            <a:pPr lvl="2"/>
            <a:r>
              <a:rPr lang="en-US" altLang="ja-JP"/>
              <a:t>React-Redux </a:t>
            </a:r>
            <a:r>
              <a:rPr lang="ja-JP" altLang="en-US"/>
              <a:t>提供的组件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把</a:t>
            </a:r>
            <a:r>
              <a:rPr lang="en-US" altLang="ja-JP"/>
              <a:t> Redux </a:t>
            </a:r>
            <a:r>
              <a:rPr lang="ja-JP" altLang="en-US"/>
              <a:t>的</a:t>
            </a:r>
            <a:r>
              <a:rPr lang="en-US" altLang="ja-JP"/>
              <a:t> store </a:t>
            </a:r>
            <a:r>
              <a:rPr lang="ja-JP" altLang="en-US"/>
              <a:t>注入到整个</a:t>
            </a:r>
            <a:r>
              <a:rPr lang="en-US" altLang="ja-JP"/>
              <a:t> React </a:t>
            </a:r>
            <a:r>
              <a:rPr lang="ja-JP" altLang="en-US"/>
              <a:t>应用中</a:t>
            </a:r>
            <a:endParaRPr lang="ja-JP" altLang="en-US"/>
          </a:p>
          <a:p>
            <a:pPr lvl="1"/>
            <a:r>
              <a:rPr lang="en-US" altLang="ja-JP"/>
              <a:t>store={store}	</a:t>
            </a:r>
            <a:endParaRPr lang="en-US" altLang="ja-JP"/>
          </a:p>
          <a:p>
            <a:pPr lvl="1"/>
            <a:r>
              <a:rPr lang="ja-JP" altLang="en-US"/>
              <a:t>将我们创建好的</a:t>
            </a:r>
            <a:r>
              <a:rPr lang="en-US" altLang="ja-JP"/>
              <a:t> store </a:t>
            </a:r>
            <a:r>
              <a:rPr lang="ja-JP" altLang="en-US"/>
              <a:t>提供给所有子组件</a:t>
            </a:r>
            <a:r>
              <a:rPr lang="en-US" altLang="ja-JP"/>
              <a:t>	</a:t>
            </a:r>
            <a:endParaRPr lang="en-US" altLang="ja-JP"/>
          </a:p>
          <a:p>
            <a:pPr lvl="1"/>
            <a:r>
              <a:rPr lang="ja-JP" altLang="en-US"/>
              <a:t>子组件才能使用</a:t>
            </a:r>
            <a:r>
              <a:rPr lang="en-US" altLang="ja-JP"/>
              <a:t> useSelector/useDispatch </a:t>
            </a:r>
            <a:r>
              <a:rPr lang="ja-JP" altLang="en-US"/>
              <a:t>等钩子访问状态</a:t>
            </a:r>
            <a:endParaRPr lang="ja-JP" altLang="en-US"/>
          </a:p>
          <a:p>
            <a:pPr lvl="0"/>
            <a:r>
              <a:rPr lang="ja-JP" altLang="en-US"/>
              <a:t>不加</a:t>
            </a:r>
            <a:r>
              <a:rPr lang="en-US" altLang="ja-JP"/>
              <a:t> &lt;Provider&gt;</a:t>
            </a:r>
            <a:r>
              <a:rPr lang="ja-JP" altLang="en-US"/>
              <a:t>，</a:t>
            </a:r>
            <a:r>
              <a:rPr lang="en-US" altLang="ja-JP"/>
              <a:t>React </a:t>
            </a:r>
            <a:r>
              <a:rPr lang="ja-JP" altLang="en-US"/>
              <a:t>组件内无法访问</a:t>
            </a:r>
            <a:r>
              <a:rPr lang="en-US" altLang="ja-JP"/>
              <a:t> Redux store</a:t>
            </a:r>
            <a:r>
              <a:rPr lang="ja-JP" altLang="en-US"/>
              <a:t>，会报错。</a:t>
            </a:r>
            <a:endParaRPr lang="ja-JP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250825"/>
            <a:ext cx="10515600" cy="6433185"/>
          </a:xfrm>
        </p:spPr>
        <p:txBody>
          <a:bodyPr>
            <a:normAutofit fontScale="90000" lnSpcReduction="20000"/>
          </a:bodyPr>
          <a:p>
            <a:r>
              <a:rPr lang="ja-JP" altLang="en-US"/>
              <a:t>在组件中使用</a:t>
            </a:r>
            <a:r>
              <a:rPr lang="en-US" altLang="ja-JP"/>
              <a:t> Redux		src/components/Counter.jsx</a:t>
            </a:r>
            <a:endParaRPr lang="en-US" altLang="ja-JP"/>
          </a:p>
          <a:p>
            <a:pPr lvl="1"/>
            <a:r>
              <a:rPr lang="en-US" altLang="ja-JP"/>
              <a:t>import { useSelector, useDispatch } from 'react-redux';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//</a:t>
            </a:r>
            <a:r>
              <a:rPr lang="ja-JP" altLang="en-US"/>
              <a:t>读取状态：</a:t>
            </a:r>
            <a:r>
              <a:rPr lang="en-US" altLang="ja-JP"/>
              <a:t>useSelector()</a:t>
            </a:r>
            <a:endParaRPr lang="en-US" altLang="ja-JP"/>
          </a:p>
          <a:p>
            <a:pPr lvl="1"/>
            <a:r>
              <a:rPr lang="en-US" altLang="ja-JP"/>
              <a:t>const count = useSelector((state) =&gt; state.count);</a:t>
            </a:r>
            <a:endParaRPr lang="en-US" altLang="ja-JP"/>
          </a:p>
          <a:p>
            <a:pPr lvl="2"/>
            <a:r>
              <a:rPr lang="en-US" altLang="ja-JP" sz="2000"/>
              <a:t>//</a:t>
            </a:r>
            <a:r>
              <a:rPr lang="en-US" altLang="ja-JP"/>
              <a:t>useSelector(selector)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从</a:t>
            </a:r>
            <a:r>
              <a:rPr lang="en-US" altLang="ja-JP"/>
              <a:t> Redux store </a:t>
            </a:r>
            <a:r>
              <a:rPr lang="ja-JP" altLang="en-US"/>
              <a:t>中选取一部分状态</a:t>
            </a:r>
            <a:r>
              <a:rPr lang="en-US" altLang="ja-JP"/>
              <a:t>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让组件</a:t>
            </a:r>
            <a:r>
              <a:rPr lang="en-US" altLang="ja-JP"/>
              <a:t>“</a:t>
            </a:r>
            <a:r>
              <a:rPr lang="ja-JP" altLang="en-US"/>
              <a:t>订阅</a:t>
            </a:r>
            <a:r>
              <a:rPr lang="en-US" altLang="ja-JP"/>
              <a:t>”</a:t>
            </a:r>
            <a:r>
              <a:rPr lang="ja-JP" altLang="en-US"/>
              <a:t>某个状态，状态变了组件自动刷新</a:t>
            </a:r>
            <a:endParaRPr lang="ja-JP" altLang="en-US"/>
          </a:p>
          <a:p>
            <a:pPr lvl="2"/>
            <a:r>
              <a:rPr lang="en-US" altLang="ja-JP"/>
              <a:t>//state </a:t>
            </a:r>
            <a:r>
              <a:rPr lang="ja-JP" altLang="en-US"/>
              <a:t>参数</a:t>
            </a:r>
            <a:r>
              <a:rPr lang="en-US" altLang="ja-JP"/>
              <a:t>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代表整个</a:t>
            </a:r>
            <a:r>
              <a:rPr lang="en-US" altLang="ja-JP"/>
              <a:t> store </a:t>
            </a:r>
            <a:r>
              <a:rPr lang="ja-JP" altLang="en-US"/>
              <a:t>的状态树</a:t>
            </a:r>
            <a:r>
              <a:rPr lang="en-US" altLang="ja-JP"/>
              <a:t>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你可以访问多个字段：</a:t>
            </a:r>
            <a:r>
              <a:rPr lang="en-US" altLang="ja-JP"/>
              <a:t>state.count</a:t>
            </a:r>
            <a:r>
              <a:rPr lang="ja-JP" altLang="en-US"/>
              <a:t>、</a:t>
            </a:r>
            <a:r>
              <a:rPr lang="en-US" altLang="ja-JP"/>
              <a:t>state.user.name </a:t>
            </a:r>
            <a:r>
              <a:rPr lang="ja-JP" altLang="en-US"/>
              <a:t>等</a:t>
            </a:r>
            <a:endParaRPr lang="ja-JP" altLang="en-US"/>
          </a:p>
          <a:p>
            <a:pPr lvl="2"/>
            <a:r>
              <a:rPr lang="en-US" altLang="ja-JP"/>
              <a:t>//</a:t>
            </a:r>
            <a:r>
              <a:rPr lang="ja-JP" altLang="en-US"/>
              <a:t>组件只会因为</a:t>
            </a:r>
            <a:r>
              <a:rPr lang="en-US" altLang="ja-JP"/>
              <a:t> useSelector </a:t>
            </a:r>
            <a:r>
              <a:rPr lang="ja-JP" altLang="en-US"/>
              <a:t>依赖的部分状态变化而重新渲染。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en-US" altLang="ja-JP"/>
              <a:t>//</a:t>
            </a:r>
            <a:r>
              <a:rPr lang="ja-JP" altLang="en-US"/>
              <a:t>派发动作：</a:t>
            </a:r>
            <a:r>
              <a:rPr lang="en-US" altLang="ja-JP"/>
              <a:t>useDispatch()</a:t>
            </a:r>
            <a:endParaRPr lang="en-US" altLang="ja-JP"/>
          </a:p>
          <a:p>
            <a:pPr lvl="1"/>
            <a:r>
              <a:rPr lang="en-US" altLang="ja-JP"/>
              <a:t>const dispatch = useDispatch();</a:t>
            </a:r>
            <a:endParaRPr lang="en-US" altLang="ja-JP"/>
          </a:p>
          <a:p>
            <a:pPr lvl="1"/>
            <a:r>
              <a:rPr lang="en-US" altLang="ja-JP"/>
              <a:t>dispatch({ type: 'increment' });</a:t>
            </a:r>
            <a:endParaRPr lang="en-US" altLang="ja-JP"/>
          </a:p>
          <a:p>
            <a:pPr lvl="2"/>
            <a:r>
              <a:rPr lang="en-US" altLang="ja-JP"/>
              <a:t>//useDispatch()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获取</a:t>
            </a:r>
            <a:r>
              <a:rPr lang="en-US" altLang="ja-JP"/>
              <a:t> dispatch </a:t>
            </a:r>
            <a:r>
              <a:rPr lang="ja-JP" altLang="en-US"/>
              <a:t>函数</a:t>
            </a:r>
            <a:r>
              <a:rPr lang="en-US" altLang="ja-JP"/>
              <a:t>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派发</a:t>
            </a:r>
            <a:r>
              <a:rPr lang="en-US" altLang="ja-JP"/>
              <a:t> action </a:t>
            </a:r>
            <a:r>
              <a:rPr lang="ja-JP" altLang="en-US"/>
              <a:t>触发</a:t>
            </a:r>
            <a:r>
              <a:rPr lang="en-US" altLang="ja-JP"/>
              <a:t> reducer </a:t>
            </a:r>
            <a:r>
              <a:rPr lang="ja-JP" altLang="en-US"/>
              <a:t>更新状态</a:t>
            </a:r>
            <a:endParaRPr lang="ja-JP" altLang="en-US"/>
          </a:p>
          <a:p>
            <a:pPr lvl="2"/>
            <a:r>
              <a:rPr lang="en-US" altLang="ja-JP"/>
              <a:t>//dispatch({ type: 'increment' })	</a:t>
            </a:r>
            <a:endParaRPr lang="en-US" altLang="ja-JP"/>
          </a:p>
          <a:p>
            <a:pPr lvl="3"/>
            <a:r>
              <a:rPr lang="en-US" altLang="ja-JP"/>
              <a:t>/</a:t>
            </a:r>
            <a:r>
              <a:rPr lang="ja-JP" altLang="en-US"/>
              <a:t>派发一个具体的动作</a:t>
            </a:r>
            <a:r>
              <a:rPr lang="en-US" altLang="ja-JP"/>
              <a:t>	</a:t>
            </a:r>
            <a:endParaRPr lang="en-US" altLang="ja-JP"/>
          </a:p>
          <a:p>
            <a:pPr lvl="3"/>
            <a:r>
              <a:rPr lang="en-US" altLang="ja-JP"/>
              <a:t>//</a:t>
            </a:r>
            <a:r>
              <a:rPr lang="ja-JP" altLang="en-US"/>
              <a:t>动作会被送到</a:t>
            </a:r>
            <a:r>
              <a:rPr lang="en-US" altLang="ja-JP"/>
              <a:t> reducer </a:t>
            </a:r>
            <a:r>
              <a:rPr lang="ja-JP" altLang="en-US"/>
              <a:t>中处理，然后修改状态</a:t>
            </a:r>
            <a:endParaRPr lang="ja-JP" altLang="en-US"/>
          </a:p>
          <a:p>
            <a:pPr lvl="2"/>
            <a:r>
              <a:rPr lang="en-US" altLang="ja-JP"/>
              <a:t>// React-Redux </a:t>
            </a:r>
            <a:r>
              <a:rPr lang="ja-JP" altLang="en-US"/>
              <a:t>内部会自动让组件只更新</a:t>
            </a:r>
            <a:r>
              <a:rPr lang="en-US" altLang="ja-JP"/>
              <a:t>“</a:t>
            </a:r>
            <a:r>
              <a:rPr lang="ja-JP" altLang="en-US"/>
              <a:t>需要的状态</a:t>
            </a:r>
            <a:r>
              <a:rPr lang="en-US" altLang="ja-JP"/>
              <a:t>”</a:t>
            </a:r>
            <a:r>
              <a:rPr lang="ja-JP" altLang="en-US"/>
              <a:t>，你不用手动订阅。</a:t>
            </a:r>
            <a:endParaRPr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18745"/>
            <a:ext cx="10515600" cy="6739890"/>
          </a:xfrm>
        </p:spPr>
        <p:txBody>
          <a:bodyPr/>
          <a:p>
            <a:r>
              <a:rPr lang="ja-JP" altLang="en-US"/>
              <a:t>组件行为完整流程</a:t>
            </a:r>
            <a:endParaRPr lang="ja-JP" altLang="en-US"/>
          </a:p>
          <a:p>
            <a:pPr lvl="1"/>
            <a:r>
              <a:rPr lang="ja-JP" altLang="en-US"/>
              <a:t>用户点击按钮</a:t>
            </a:r>
            <a:endParaRPr lang="ja-JP" altLang="en-US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en-US" altLang="ja-JP"/>
              <a:t>dispatch({ type: "increment" })</a:t>
            </a:r>
            <a:endParaRPr lang="en-US" altLang="ja-JP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en-US" altLang="ja-JP"/>
              <a:t>reducer </a:t>
            </a:r>
            <a:r>
              <a:rPr lang="ja-JP" altLang="en-US"/>
              <a:t>接收到当前</a:t>
            </a:r>
            <a:r>
              <a:rPr lang="en-US" altLang="ja-JP"/>
              <a:t> state </a:t>
            </a:r>
            <a:r>
              <a:rPr lang="ja-JP" altLang="en-US"/>
              <a:t>和</a:t>
            </a:r>
            <a:r>
              <a:rPr lang="en-US" altLang="ja-JP"/>
              <a:t> action</a:t>
            </a:r>
            <a:endParaRPr lang="en-US" altLang="ja-JP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ja-JP" altLang="en-US"/>
              <a:t>根据</a:t>
            </a:r>
            <a:r>
              <a:rPr lang="en-US" altLang="ja-JP"/>
              <a:t> action.type </a:t>
            </a:r>
            <a:r>
              <a:rPr lang="ja-JP" altLang="en-US"/>
              <a:t>返回新的</a:t>
            </a:r>
            <a:r>
              <a:rPr lang="en-US" altLang="ja-JP"/>
              <a:t> state</a:t>
            </a:r>
            <a:endParaRPr lang="en-US" altLang="ja-JP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en-US" altLang="ja-JP"/>
              <a:t>store </a:t>
            </a:r>
            <a:r>
              <a:rPr lang="ja-JP" altLang="en-US"/>
              <a:t>更新了全局状态</a:t>
            </a:r>
            <a:endParaRPr lang="ja-JP" altLang="en-US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en-US" altLang="ja-JP"/>
              <a:t>useSelector </a:t>
            </a:r>
            <a:r>
              <a:rPr lang="ja-JP" altLang="en-US"/>
              <a:t>监听到状态变化</a:t>
            </a:r>
            <a:endParaRPr lang="ja-JP" altLang="en-US"/>
          </a:p>
          <a:p>
            <a:pPr lvl="1"/>
            <a:r>
              <a:rPr lang="en-US" altLang="ja-JP"/>
              <a:t>    </a:t>
            </a:r>
            <a:r>
              <a:rPr lang="en-US" altLang="en-US"/>
              <a:t>↓</a:t>
            </a:r>
            <a:endParaRPr lang="en-US" altLang="en-US"/>
          </a:p>
          <a:p>
            <a:pPr lvl="1"/>
            <a:r>
              <a:rPr lang="ja-JP" altLang="en-US"/>
              <a:t>组件自动重新渲染，显示新</a:t>
            </a:r>
            <a:r>
              <a:rPr lang="en-US" altLang="ja-JP"/>
              <a:t> count </a:t>
            </a:r>
            <a:r>
              <a:rPr lang="ja-JP" altLang="en-US"/>
              <a:t>值</a:t>
            </a:r>
            <a:endParaRPr lang="ja-JP" altLang="en-US"/>
          </a:p>
          <a:p>
            <a:pPr lvl="1"/>
            <a:endParaRPr lang="ja-JP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 5"/>
          <p:cNvGraphicFramePr/>
          <p:nvPr>
            <p:custDataLst>
              <p:tags r:id="rId1"/>
            </p:custDataLst>
          </p:nvPr>
        </p:nvGraphicFramePr>
        <p:xfrm>
          <a:off x="609600" y="520065"/>
          <a:ext cx="10485120" cy="581787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969645">
                <a:tc>
                  <a:txBody>
                    <a:bodyPr/>
                    <a:p>
                      <a:r>
                        <a:rPr lang="ja-JP" altLang="en-US" sz="2000"/>
                        <a:t>步骤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2000"/>
                        <a:t>原因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645">
                <a:tc>
                  <a:txBody>
                    <a:bodyPr/>
                    <a:p>
                      <a:r>
                        <a:rPr lang="en-US" altLang="ja-JP" sz="2000"/>
                        <a:t>reducer</a:t>
                      </a:r>
                      <a:endParaRPr lang="en-US" altLang="ja-JP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ja-JP" sz="2000"/>
                        <a:t>Redux </a:t>
                      </a:r>
                      <a:r>
                        <a:rPr lang="ja-JP" altLang="en-US" sz="2000"/>
                        <a:t>的唯一状态变更通道，必须用纯函数描述逻辑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645">
                <a:tc>
                  <a:txBody>
                    <a:bodyPr/>
                    <a:p>
                      <a:r>
                        <a:rPr lang="en-US" altLang="ja-JP" sz="2000"/>
                        <a:t>store</a:t>
                      </a:r>
                      <a:endParaRPr lang="en-US" altLang="ja-JP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2000"/>
                        <a:t>全局状态集中地，组件要获取或修改状态都需要它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645">
                <a:tc>
                  <a:txBody>
                    <a:bodyPr/>
                    <a:p>
                      <a:r>
                        <a:rPr lang="en-US" altLang="ja-JP" sz="2000"/>
                        <a:t>Provider</a:t>
                      </a:r>
                      <a:endParaRPr lang="en-US" altLang="ja-JP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2000"/>
                        <a:t>让 </a:t>
                      </a:r>
                      <a:r>
                        <a:rPr lang="en-US" altLang="ja-JP" sz="2000"/>
                        <a:t>React </a:t>
                      </a:r>
                      <a:r>
                        <a:rPr lang="ja-JP" altLang="en-US" sz="2000"/>
                        <a:t>组件知道 </a:t>
                      </a:r>
                      <a:r>
                        <a:rPr lang="en-US" altLang="ja-JP" sz="2000"/>
                        <a:t>Redux store </a:t>
                      </a:r>
                      <a:r>
                        <a:rPr lang="ja-JP" altLang="en-US" sz="2000"/>
                        <a:t>存在哪，能用 </a:t>
                      </a:r>
                      <a:r>
                        <a:rPr lang="en-US" altLang="ja-JP" sz="2000"/>
                        <a:t>hook </a:t>
                      </a:r>
                      <a:r>
                        <a:rPr lang="ja-JP" altLang="en-US" sz="2000"/>
                        <a:t>拿到状态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645">
                <a:tc>
                  <a:txBody>
                    <a:bodyPr/>
                    <a:p>
                      <a:r>
                        <a:rPr lang="en-US" altLang="ja-JP" sz="2000"/>
                        <a:t>useSelector</a:t>
                      </a:r>
                      <a:endParaRPr lang="en-US" altLang="ja-JP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ja-JP" sz="2000"/>
                        <a:t>React </a:t>
                      </a:r>
                      <a:r>
                        <a:rPr lang="ja-JP" altLang="en-US" sz="2000"/>
                        <a:t>组件访问 </a:t>
                      </a:r>
                      <a:r>
                        <a:rPr lang="en-US" altLang="ja-JP" sz="2000"/>
                        <a:t>Redux </a:t>
                      </a:r>
                      <a:r>
                        <a:rPr lang="ja-JP" altLang="en-US" sz="2000"/>
                        <a:t>状态的主要方式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645">
                <a:tc>
                  <a:txBody>
                    <a:bodyPr/>
                    <a:p>
                      <a:r>
                        <a:rPr lang="en-US" altLang="ja-JP" sz="2000"/>
                        <a:t>useDispatch</a:t>
                      </a:r>
                      <a:endParaRPr lang="en-US" altLang="ja-JP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ja-JP" altLang="en-US" sz="2000"/>
                        <a:t>组件用来触发状态更新的主要方式</a:t>
                      </a:r>
                      <a:endParaRPr lang="ja-JP" alt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Redux Toolkit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Redux Toolkit </a:t>
            </a:r>
            <a:r>
              <a:rPr lang="ja-JP" altLang="en-US"/>
              <a:t>是</a:t>
            </a:r>
            <a:r>
              <a:rPr lang="en-US" altLang="ja-JP"/>
              <a:t> Redux </a:t>
            </a:r>
            <a:r>
              <a:rPr lang="ja-JP" altLang="en-US"/>
              <a:t>的官方工具库，用于简化</a:t>
            </a:r>
            <a:r>
              <a:rPr lang="en-US" altLang="ja-JP"/>
              <a:t> Redux </a:t>
            </a:r>
            <a:r>
              <a:rPr lang="ja-JP" altLang="en-US"/>
              <a:t>开发。</a:t>
            </a:r>
            <a:endParaRPr lang="ja-JP" altLang="en-US"/>
          </a:p>
          <a:p>
            <a:r>
              <a:rPr lang="zh-CN" altLang="ja-JP"/>
              <a:t>提供了</a:t>
            </a:r>
            <a:endParaRPr lang="zh-CN" altLang="ja-JP"/>
          </a:p>
          <a:p>
            <a:pPr lvl="1"/>
            <a:r>
              <a:rPr lang="en-US" altLang="ja-JP"/>
              <a:t>configureStore()	</a:t>
            </a:r>
            <a:endParaRPr lang="en-US" altLang="ja-JP"/>
          </a:p>
          <a:p>
            <a:pPr lvl="2"/>
            <a:r>
              <a:rPr lang="ja-JP" altLang="en-US"/>
              <a:t>替代</a:t>
            </a:r>
            <a:r>
              <a:rPr lang="en-US" altLang="ja-JP"/>
              <a:t> createStore()</a:t>
            </a:r>
            <a:r>
              <a:rPr lang="ja-JP" altLang="en-US"/>
              <a:t>，自动集成中间件与</a:t>
            </a:r>
            <a:r>
              <a:rPr lang="en-US" altLang="ja-JP"/>
              <a:t> DevTools</a:t>
            </a:r>
            <a:endParaRPr lang="en-US" altLang="ja-JP"/>
          </a:p>
          <a:p>
            <a:pPr lvl="1"/>
            <a:r>
              <a:rPr lang="en-US" altLang="ja-JP"/>
              <a:t>createSlice()	</a:t>
            </a:r>
            <a:endParaRPr lang="en-US" altLang="ja-JP"/>
          </a:p>
          <a:p>
            <a:pPr lvl="2"/>
            <a:r>
              <a:rPr lang="ja-JP" altLang="en-US"/>
              <a:t>自动生成</a:t>
            </a:r>
            <a:r>
              <a:rPr lang="en-US" altLang="ja-JP"/>
              <a:t> reducer </a:t>
            </a:r>
            <a:r>
              <a:rPr lang="ja-JP" altLang="en-US"/>
              <a:t>和</a:t>
            </a:r>
            <a:r>
              <a:rPr lang="en-US" altLang="ja-JP"/>
              <a:t> action</a:t>
            </a:r>
            <a:endParaRPr lang="en-US" altLang="ja-JP"/>
          </a:p>
          <a:p>
            <a:pPr lvl="1"/>
            <a:r>
              <a:rPr lang="en-US" altLang="ja-JP"/>
              <a:t>createAsyncThunk()	</a:t>
            </a:r>
            <a:endParaRPr lang="en-US" altLang="ja-JP"/>
          </a:p>
          <a:p>
            <a:pPr lvl="2"/>
            <a:r>
              <a:rPr lang="ja-JP" altLang="en-US"/>
              <a:t>简化异步逻辑</a:t>
            </a:r>
            <a:endParaRPr lang="ja-JP" altLang="en-US"/>
          </a:p>
          <a:p>
            <a:pPr lvl="1"/>
            <a:r>
              <a:rPr lang="en-US" altLang="ja-JP"/>
              <a:t>combineReducers	</a:t>
            </a:r>
            <a:endParaRPr lang="en-US" altLang="ja-JP"/>
          </a:p>
          <a:p>
            <a:pPr lvl="2"/>
            <a:r>
              <a:rPr lang="ja-JP" altLang="en-US"/>
              <a:t>多模块</a:t>
            </a:r>
            <a:r>
              <a:rPr lang="en-US" altLang="ja-JP"/>
              <a:t> reducer </a:t>
            </a:r>
            <a:r>
              <a:rPr lang="ja-JP" altLang="en-US"/>
              <a:t>合并（已内置）</a:t>
            </a:r>
            <a:endParaRPr lang="ja-JP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Redux Toolkit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安装依赖</a:t>
            </a:r>
            <a:endParaRPr lang="en-US" altLang="ja-JP"/>
          </a:p>
          <a:p>
            <a:pPr lvl="1"/>
            <a:r>
              <a:rPr lang="en-US" altLang="ja-JP"/>
              <a:t>npm install @reduxjs/toolkit react-redux</a:t>
            </a:r>
            <a:endParaRPr lang="en-US" altLang="ja-JP"/>
          </a:p>
          <a:p>
            <a:pPr lvl="0"/>
            <a:r>
              <a:rPr lang="ja-JP" altLang="en-US"/>
              <a:t>这是基础，安装核心库和</a:t>
            </a:r>
            <a:r>
              <a:rPr lang="en-US" altLang="ja-JP"/>
              <a:t> React </a:t>
            </a:r>
            <a:r>
              <a:rPr lang="ja-JP" altLang="en-US"/>
              <a:t>绑定。</a:t>
            </a:r>
            <a:endParaRPr lang="ja-JP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Redux Toolkit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ja-JP"/>
              <a:t>Redux Toolkit </a:t>
            </a:r>
            <a:r>
              <a:rPr lang="ja-JP" altLang="en-US"/>
              <a:t>解决了传统</a:t>
            </a:r>
            <a:r>
              <a:rPr lang="en-US" altLang="ja-JP"/>
              <a:t> Redux </a:t>
            </a:r>
            <a:r>
              <a:rPr lang="ja-JP" altLang="en-US"/>
              <a:t>的什么问题？</a:t>
            </a:r>
            <a:endParaRPr lang="ja-JP" altLang="en-US"/>
          </a:p>
          <a:p>
            <a:pPr lvl="1"/>
            <a:r>
              <a:rPr lang="en-US" altLang="ja-JP"/>
              <a:t>action </a:t>
            </a:r>
            <a:r>
              <a:rPr lang="ja-JP" altLang="en-US"/>
              <a:t>和</a:t>
            </a:r>
            <a:r>
              <a:rPr lang="en-US" altLang="ja-JP"/>
              <a:t> reducer </a:t>
            </a:r>
            <a:r>
              <a:rPr lang="ja-JP" altLang="en-US"/>
              <a:t>分离，代码多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createSlice() </a:t>
            </a:r>
            <a:r>
              <a:rPr lang="ja-JP" altLang="en-US"/>
              <a:t>合并生成</a:t>
            </a:r>
            <a:r>
              <a:rPr lang="en-US" altLang="ja-JP"/>
              <a:t> reducer </a:t>
            </a:r>
            <a:r>
              <a:rPr lang="ja-JP" altLang="en-US"/>
              <a:t>和</a:t>
            </a:r>
            <a:r>
              <a:rPr lang="en-US" altLang="ja-JP"/>
              <a:t> action</a:t>
            </a:r>
            <a:endParaRPr lang="en-US" altLang="ja-JP"/>
          </a:p>
          <a:p>
            <a:pPr lvl="1"/>
            <a:r>
              <a:rPr lang="ja-JP" altLang="en-US"/>
              <a:t>异步逻辑写法复杂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createAsyncThunk() </a:t>
            </a:r>
            <a:r>
              <a:rPr lang="ja-JP" altLang="en-US"/>
              <a:t>封装异步请求</a:t>
            </a:r>
            <a:endParaRPr lang="ja-JP" altLang="en-US"/>
          </a:p>
          <a:p>
            <a:pPr lvl="1"/>
            <a:r>
              <a:rPr lang="ja-JP" altLang="en-US"/>
              <a:t>配置</a:t>
            </a:r>
            <a:r>
              <a:rPr lang="en-US" altLang="ja-JP"/>
              <a:t> Store </a:t>
            </a:r>
            <a:r>
              <a:rPr lang="ja-JP" altLang="en-US"/>
              <a:t>繁琐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configureStore() </a:t>
            </a:r>
            <a:r>
              <a:rPr lang="ja-JP" altLang="en-US"/>
              <a:t>自动内置中间件和</a:t>
            </a:r>
            <a:r>
              <a:rPr lang="en-US" altLang="ja-JP"/>
              <a:t> devtools</a:t>
            </a:r>
            <a:endParaRPr lang="en-US" altLang="ja-JP"/>
          </a:p>
          <a:p>
            <a:pPr lvl="1"/>
            <a:r>
              <a:rPr lang="ja-JP" altLang="en-US"/>
              <a:t>状态不可变处理难写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内部用</a:t>
            </a:r>
            <a:r>
              <a:rPr lang="en-US" altLang="ja-JP"/>
              <a:t> immer</a:t>
            </a:r>
            <a:r>
              <a:rPr lang="ja-JP" altLang="en-US"/>
              <a:t>，可以用</a:t>
            </a:r>
            <a:r>
              <a:rPr lang="en-US" altLang="ja-JP"/>
              <a:t>“</a:t>
            </a:r>
            <a:r>
              <a:rPr lang="ja-JP" altLang="en-US"/>
              <a:t>可变语法</a:t>
            </a:r>
            <a:r>
              <a:rPr lang="en-US" altLang="ja-JP"/>
              <a:t>”</a:t>
            </a:r>
            <a:r>
              <a:rPr lang="ja-JP" altLang="en-US"/>
              <a:t>写</a:t>
            </a:r>
            <a:r>
              <a:rPr lang="en-US" altLang="ja-JP"/>
              <a:t> state</a:t>
            </a:r>
            <a:endParaRPr lang="en-US" altLang="ja-JP"/>
          </a:p>
          <a:p>
            <a:pPr lvl="1"/>
            <a:r>
              <a:rPr lang="ja-JP" altLang="en-US"/>
              <a:t>多个模块合并</a:t>
            </a:r>
            <a:r>
              <a:rPr lang="en-US" altLang="ja-JP"/>
              <a:t> reducer </a:t>
            </a:r>
            <a:r>
              <a:rPr lang="ja-JP" altLang="en-US"/>
              <a:t>麻烦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en-US" altLang="ja-JP"/>
              <a:t>configureStore </a:t>
            </a:r>
            <a:r>
              <a:rPr lang="ja-JP" altLang="en-US"/>
              <a:t>支持对象方式组合</a:t>
            </a:r>
            <a:r>
              <a:rPr lang="en-US" altLang="ja-JP"/>
              <a:t> slice</a:t>
            </a:r>
            <a:endParaRPr lang="en-US" altLang="ja-JP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Redux Toolkit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ja-JP"/>
              <a:t>Redux Toolkit </a:t>
            </a:r>
            <a:r>
              <a:rPr lang="ja-JP" altLang="en-US"/>
              <a:t>核心</a:t>
            </a:r>
            <a:r>
              <a:rPr lang="en-US" altLang="ja-JP"/>
              <a:t> API </a:t>
            </a:r>
            <a:r>
              <a:rPr lang="ja-JP" altLang="en-US"/>
              <a:t>总览</a:t>
            </a:r>
            <a:endParaRPr lang="ja-JP" altLang="en-US"/>
          </a:p>
          <a:p>
            <a:pPr lvl="1"/>
            <a:r>
              <a:rPr lang="en-US" altLang="ja-JP"/>
              <a:t>configureStore	</a:t>
            </a:r>
            <a:endParaRPr lang="en-US" altLang="ja-JP"/>
          </a:p>
          <a:p>
            <a:pPr lvl="2"/>
            <a:r>
              <a:rPr lang="ja-JP" altLang="en-US"/>
              <a:t>创建</a:t>
            </a:r>
            <a:r>
              <a:rPr lang="en-US" altLang="ja-JP"/>
              <a:t> Store</a:t>
            </a:r>
            <a:r>
              <a:rPr lang="ja-JP" altLang="en-US"/>
              <a:t>，自动配置</a:t>
            </a:r>
            <a:r>
              <a:rPr lang="en-US" altLang="ja-JP"/>
              <a:t> thunk + DevTools	</a:t>
            </a:r>
            <a:endParaRPr lang="en-US" altLang="ja-JP"/>
          </a:p>
          <a:p>
            <a:pPr lvl="2"/>
            <a:r>
              <a:rPr lang="ja-JP" altLang="en-US"/>
              <a:t>创建全局状态仓库</a:t>
            </a:r>
            <a:endParaRPr lang="ja-JP" altLang="en-US"/>
          </a:p>
          <a:p>
            <a:pPr lvl="1"/>
            <a:r>
              <a:rPr lang="en-US" altLang="ja-JP"/>
              <a:t>createSlice	</a:t>
            </a:r>
            <a:endParaRPr lang="en-US" altLang="ja-JP"/>
          </a:p>
          <a:p>
            <a:pPr lvl="2"/>
            <a:r>
              <a:rPr lang="ja-JP" altLang="en-US"/>
              <a:t>创建一个模块（包含状态</a:t>
            </a:r>
            <a:r>
              <a:rPr lang="en-US" altLang="ja-JP"/>
              <a:t> + reducer + action</a:t>
            </a:r>
            <a:r>
              <a:rPr lang="ja-JP" altLang="en-US"/>
              <a:t>）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每个状态模块都用这个</a:t>
            </a:r>
            <a:endParaRPr lang="ja-JP" altLang="en-US"/>
          </a:p>
          <a:p>
            <a:pPr lvl="1"/>
            <a:r>
              <a:rPr lang="en-US" altLang="ja-JP"/>
              <a:t>createAsyncThunk	</a:t>
            </a:r>
            <a:endParaRPr lang="en-US" altLang="ja-JP"/>
          </a:p>
          <a:p>
            <a:pPr lvl="2"/>
            <a:r>
              <a:rPr lang="ja-JP" altLang="en-US"/>
              <a:t>封装异步请求逻辑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网络请求等异步操作</a:t>
            </a:r>
            <a:endParaRPr lang="ja-JP" altLang="en-US"/>
          </a:p>
          <a:p>
            <a:pPr lvl="1"/>
            <a:r>
              <a:rPr lang="en-US" altLang="ja-JP"/>
              <a:t>createReducer	</a:t>
            </a:r>
            <a:endParaRPr lang="en-US" altLang="ja-JP"/>
          </a:p>
          <a:p>
            <a:pPr lvl="2"/>
            <a:r>
              <a:rPr lang="ja-JP" altLang="en-US"/>
              <a:t>更灵活地写</a:t>
            </a:r>
            <a:r>
              <a:rPr lang="en-US" altLang="ja-JP"/>
              <a:t> reducer</a:t>
            </a:r>
            <a:r>
              <a:rPr lang="ja-JP" altLang="en-US"/>
              <a:t>（可选）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手动</a:t>
            </a:r>
            <a:r>
              <a:rPr lang="en-US" altLang="ja-JP"/>
              <a:t> reducer</a:t>
            </a:r>
            <a:endParaRPr lang="en-US" altLang="ja-JP"/>
          </a:p>
          <a:p>
            <a:pPr lvl="1"/>
            <a:r>
              <a:rPr lang="en-US" altLang="ja-JP"/>
              <a:t>createAction	</a:t>
            </a:r>
            <a:endParaRPr lang="en-US" altLang="ja-JP"/>
          </a:p>
          <a:p>
            <a:pPr lvl="2"/>
            <a:r>
              <a:rPr lang="ja-JP" altLang="en-US"/>
              <a:t>创建</a:t>
            </a:r>
            <a:r>
              <a:rPr lang="en-US" altLang="ja-JP"/>
              <a:t> action </a:t>
            </a:r>
            <a:r>
              <a:rPr lang="ja-JP" altLang="en-US"/>
              <a:t>对象（可选）</a:t>
            </a:r>
            <a:r>
              <a:rPr lang="en-US" altLang="ja-JP"/>
              <a:t>	</a:t>
            </a:r>
            <a:endParaRPr lang="en-US" altLang="ja-JP"/>
          </a:p>
          <a:p>
            <a:pPr lvl="2"/>
            <a:r>
              <a:rPr lang="ja-JP" altLang="en-US"/>
              <a:t>更细粒度控制时使用</a:t>
            </a:r>
            <a:endParaRPr lang="ja-JP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418465"/>
            <a:ext cx="10515600" cy="6058535"/>
          </a:xfrm>
        </p:spPr>
        <p:txBody>
          <a:bodyPr>
            <a:normAutofit fontScale="70000"/>
          </a:bodyPr>
          <a:p>
            <a:r>
              <a:rPr lang="ja-JP" altLang="en-US"/>
              <a:t>创建</a:t>
            </a:r>
            <a:r>
              <a:rPr lang="en-US" altLang="ja-JP"/>
              <a:t> Slice</a:t>
            </a:r>
            <a:r>
              <a:rPr lang="ja-JP" altLang="en-US"/>
              <a:t>（状态和逻辑）</a:t>
            </a:r>
            <a:endParaRPr lang="ja-JP" altLang="en-US"/>
          </a:p>
          <a:p>
            <a:pPr lvl="1"/>
            <a:r>
              <a:rPr lang="en-US" altLang="ja-JP"/>
              <a:t>import { createSlice } from '@reduxjs/toolkit';</a:t>
            </a:r>
            <a:endParaRPr lang="en-US" altLang="ja-JP"/>
          </a:p>
          <a:p>
            <a:pPr lvl="1"/>
            <a:r>
              <a:rPr lang="en-US" altLang="ja-JP"/>
              <a:t>const slice = createSlice({  //createSlice </a:t>
            </a:r>
            <a:r>
              <a:rPr lang="ja-JP" altLang="en-US"/>
              <a:t>集状态、</a:t>
            </a:r>
            <a:r>
              <a:rPr lang="en-US" altLang="ja-JP"/>
              <a:t>reducer</a:t>
            </a:r>
            <a:r>
              <a:rPr lang="ja-JP" altLang="en-US"/>
              <a:t>、</a:t>
            </a:r>
            <a:r>
              <a:rPr lang="en-US" altLang="ja-JP"/>
              <a:t>action </a:t>
            </a:r>
            <a:r>
              <a:rPr lang="ja-JP" altLang="en-US"/>
              <a:t>生成于一体，避免写样板代码</a:t>
            </a:r>
            <a:endParaRPr lang="ja-JP" altLang="en-US"/>
          </a:p>
          <a:p>
            <a:pPr lvl="1"/>
            <a:r>
              <a:rPr lang="en-US" altLang="ja-JP"/>
              <a:t>  name: 'counter',                // </a:t>
            </a:r>
            <a:r>
              <a:rPr lang="ja-JP" altLang="en-US"/>
              <a:t>用于自动生成</a:t>
            </a:r>
            <a:r>
              <a:rPr lang="en-US" altLang="ja-JP"/>
              <a:t> action type </a:t>
            </a:r>
            <a:r>
              <a:rPr lang="ja-JP" altLang="en-US"/>
              <a:t>前缀，如</a:t>
            </a:r>
            <a:r>
              <a:rPr lang="en-US" altLang="ja-JP"/>
              <a:t> "counter/increment"</a:t>
            </a:r>
            <a:endParaRPr lang="en-US" altLang="ja-JP"/>
          </a:p>
          <a:p>
            <a:pPr lvl="1"/>
            <a:r>
              <a:rPr lang="en-US" altLang="ja-JP"/>
              <a:t>  initialState: { count: 0 },     // </a:t>
            </a:r>
            <a:r>
              <a:rPr lang="ja-JP" altLang="en-US"/>
              <a:t>初始状态</a:t>
            </a:r>
            <a:endParaRPr lang="ja-JP" altLang="en-US"/>
          </a:p>
          <a:p>
            <a:pPr lvl="1"/>
            <a:r>
              <a:rPr lang="en-US" altLang="ja-JP"/>
              <a:t>  reducers: {		//reducers </a:t>
            </a:r>
            <a:r>
              <a:rPr lang="ja-JP" altLang="en-US"/>
              <a:t>内方法自动映射成</a:t>
            </a:r>
            <a:r>
              <a:rPr lang="en-US" altLang="ja-JP"/>
              <a:t> action creator</a:t>
            </a:r>
            <a:r>
              <a:rPr lang="ja-JP" altLang="en-US"/>
              <a:t>，减少手写</a:t>
            </a:r>
            <a:endParaRPr lang="ja-JP" altLang="en-US"/>
          </a:p>
          <a:p>
            <a:pPr lvl="1"/>
            <a:r>
              <a:rPr lang="en-US" altLang="ja-JP"/>
              <a:t>    increment(state) {</a:t>
            </a:r>
            <a:endParaRPr lang="en-US" altLang="ja-JP"/>
          </a:p>
          <a:p>
            <a:pPr lvl="1"/>
            <a:r>
              <a:rPr lang="en-US" altLang="ja-JP"/>
              <a:t>      state.count += 1;           // </a:t>
            </a:r>
            <a:r>
              <a:rPr lang="ja-JP" altLang="en-US"/>
              <a:t>内部用</a:t>
            </a:r>
            <a:r>
              <a:rPr lang="en-US" altLang="ja-JP"/>
              <a:t> immer</a:t>
            </a:r>
            <a:r>
              <a:rPr lang="ja-JP" altLang="en-US"/>
              <a:t>，允许写</a:t>
            </a:r>
            <a:r>
              <a:rPr lang="en-US" altLang="ja-JP"/>
              <a:t>“</a:t>
            </a:r>
            <a:r>
              <a:rPr lang="ja-JP" altLang="en-US"/>
              <a:t>可变</a:t>
            </a:r>
            <a:r>
              <a:rPr lang="en-US" altLang="ja-JP"/>
              <a:t>”</a:t>
            </a:r>
            <a:r>
              <a:rPr lang="ja-JP" altLang="en-US"/>
              <a:t>代码，实际返回新对象</a:t>
            </a:r>
            <a:endParaRPr lang="ja-JP" altLang="en-US"/>
          </a:p>
          <a:p>
            <a:pPr lvl="1"/>
            <a:r>
              <a:rPr lang="en-US" altLang="ja-JP"/>
              <a:t>    },</a:t>
            </a:r>
            <a:endParaRPr lang="en-US" altLang="ja-JP"/>
          </a:p>
          <a:p>
            <a:pPr lvl="1"/>
            <a:r>
              <a:rPr lang="en-US" altLang="ja-JP"/>
              <a:t>    decrement(state) {</a:t>
            </a:r>
            <a:endParaRPr lang="en-US" altLang="ja-JP"/>
          </a:p>
          <a:p>
            <a:pPr lvl="1"/>
            <a:r>
              <a:rPr lang="en-US" altLang="ja-JP"/>
              <a:t>      state.count -= 1;</a:t>
            </a:r>
            <a:endParaRPr lang="en-US" altLang="ja-JP"/>
          </a:p>
          <a:p>
            <a:pPr lvl="1"/>
            <a:r>
              <a:rPr lang="en-US" altLang="ja-JP"/>
              <a:t>    },</a:t>
            </a:r>
            <a:endParaRPr lang="en-US" altLang="ja-JP"/>
          </a:p>
          <a:p>
            <a:pPr lvl="1"/>
            <a:r>
              <a:rPr lang="en-US" altLang="ja-JP"/>
              <a:t>    incrementByAmount(state, action) {</a:t>
            </a:r>
            <a:endParaRPr lang="en-US" altLang="ja-JP"/>
          </a:p>
          <a:p>
            <a:pPr lvl="1"/>
            <a:r>
              <a:rPr lang="en-US" altLang="ja-JP"/>
              <a:t>      state.count += action.payload; // </a:t>
            </a:r>
            <a:r>
              <a:rPr lang="ja-JP" altLang="en-US"/>
              <a:t>传递参数</a:t>
            </a:r>
            <a:endParaRPr lang="ja-JP" altLang="en-US"/>
          </a:p>
          <a:p>
            <a:pPr lvl="1"/>
            <a:r>
              <a:rPr lang="en-US" altLang="ja-JP"/>
              <a:t>    }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});</a:t>
            </a:r>
            <a:endParaRPr lang="en-US" altLang="ja-JP"/>
          </a:p>
          <a:p>
            <a:pPr lvl="1"/>
            <a:r>
              <a:rPr lang="en-US" altLang="ja-JP"/>
              <a:t>export const { increment, decrement, incrementByAmount } = slice.actions;</a:t>
            </a:r>
            <a:endParaRPr lang="en-US" altLang="ja-JP"/>
          </a:p>
          <a:p>
            <a:pPr lvl="1"/>
            <a:r>
              <a:rPr lang="en-US" altLang="ja-JP"/>
              <a:t>export default slice.reducer;</a:t>
            </a:r>
            <a:endParaRPr lang="en-US" altLang="ja-JP"/>
          </a:p>
          <a:p>
            <a:pPr lvl="1"/>
            <a:endParaRPr lang="en-US" altLang="ja-JP"/>
          </a:p>
        </p:txBody>
      </p:sp>
      <p:sp>
        <p:nvSpPr>
          <p:cNvPr id="4" name="テキストボックス 3"/>
          <p:cNvSpPr txBox="1"/>
          <p:nvPr/>
        </p:nvSpPr>
        <p:spPr>
          <a:xfrm>
            <a:off x="1653540" y="205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ja-JP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456565"/>
            <a:ext cx="10515600" cy="6189345"/>
          </a:xfrm>
        </p:spPr>
        <p:txBody>
          <a:bodyPr>
            <a:normAutofit fontScale="60000"/>
          </a:bodyPr>
          <a:p>
            <a:pPr lvl="0"/>
            <a:r>
              <a:rPr lang="ja-JP" altLang="en-US"/>
              <a:t>配置</a:t>
            </a:r>
            <a:r>
              <a:rPr lang="en-US" altLang="ja-JP"/>
              <a:t> Store</a:t>
            </a:r>
            <a:endParaRPr lang="en-US" altLang="ja-JP"/>
          </a:p>
          <a:p>
            <a:pPr lvl="1"/>
            <a:r>
              <a:rPr lang="en-US" altLang="ja-JP"/>
              <a:t>import { configureStore } from '@reduxjs/toolkit';</a:t>
            </a:r>
            <a:endParaRPr lang="en-US" altLang="ja-JP"/>
          </a:p>
          <a:p>
            <a:pPr lvl="1"/>
            <a:r>
              <a:rPr lang="en-US" altLang="ja-JP"/>
              <a:t>import counterReducer from './counterSlice';</a:t>
            </a:r>
            <a:endParaRPr lang="en-US" altLang="ja-JP"/>
          </a:p>
          <a:p>
            <a:pPr marL="914400" lvl="3"/>
            <a:r>
              <a:rPr lang="en-US" altLang="ja-JP">
                <a:sym typeface="+mn-ea"/>
              </a:rPr>
              <a:t>import counterReducer2 from './counterSlice2';</a:t>
            </a:r>
            <a:endParaRPr lang="en-US" altLang="ja-JP"/>
          </a:p>
          <a:p>
            <a:pPr lvl="1"/>
            <a:r>
              <a:rPr lang="en-US" altLang="ja-JP"/>
              <a:t>const store = configureStore({</a:t>
            </a:r>
            <a:endParaRPr lang="en-US" altLang="ja-JP"/>
          </a:p>
          <a:p>
            <a:pPr lvl="1"/>
            <a:r>
              <a:rPr lang="en-US" altLang="ja-JP"/>
              <a:t>  reducer: {</a:t>
            </a:r>
            <a:endParaRPr lang="en-US" altLang="ja-JP"/>
          </a:p>
          <a:p>
            <a:pPr lvl="1"/>
            <a:r>
              <a:rPr lang="en-US" altLang="ja-JP"/>
              <a:t>    counter: counterReducer,    // </a:t>
            </a:r>
            <a:r>
              <a:rPr lang="ja-JP" altLang="en-US"/>
              <a:t>支持对象形式自动合并多个</a:t>
            </a:r>
            <a:r>
              <a:rPr lang="en-US" altLang="ja-JP"/>
              <a:t> slice</a:t>
            </a:r>
            <a:endParaRPr lang="en-US" altLang="ja-JP"/>
          </a:p>
          <a:p>
            <a:pPr marL="914400" lvl="2" indent="0">
              <a:buNone/>
            </a:pPr>
            <a:r>
              <a:rPr lang="en-US" altLang="ja-JP"/>
              <a:t>counter2:</a:t>
            </a:r>
            <a:r>
              <a:rPr lang="en-US" altLang="ja-JP">
                <a:sym typeface="+mn-ea"/>
              </a:rPr>
              <a:t>counterReducer2    </a:t>
            </a:r>
            <a:r>
              <a:rPr lang="en-US" altLang="ja-JP"/>
              <a:t>  </a:t>
            </a:r>
            <a:endParaRPr lang="en-US" altLang="ja-JP"/>
          </a:p>
          <a:p>
            <a:pPr marL="914400" lvl="2" indent="0">
              <a:buNone/>
            </a:pPr>
            <a:r>
              <a:rPr lang="en-US" altLang="ja-JP"/>
              <a:t>},</a:t>
            </a:r>
            <a:endParaRPr lang="en-US" altLang="ja-JP"/>
          </a:p>
          <a:p>
            <a:pPr lvl="1"/>
            <a:r>
              <a:rPr lang="en-US" altLang="ja-JP"/>
              <a:t>  middleware: (getDefaultMiddleware) =&gt;</a:t>
            </a:r>
            <a:endParaRPr lang="en-US" altLang="ja-JP"/>
          </a:p>
          <a:p>
            <a:pPr lvl="1"/>
            <a:r>
              <a:rPr lang="en-US" altLang="ja-JP"/>
              <a:t>    getDefaultMiddleware(),    // </a:t>
            </a:r>
            <a:r>
              <a:rPr lang="ja-JP" altLang="en-US"/>
              <a:t>默认启用</a:t>
            </a:r>
            <a:r>
              <a:rPr lang="en-US" altLang="ja-JP"/>
              <a:t> thunk </a:t>
            </a:r>
            <a:r>
              <a:rPr lang="ja-JP" altLang="en-US"/>
              <a:t>和检查中间件</a:t>
            </a:r>
            <a:endParaRPr lang="ja-JP" altLang="en-US"/>
          </a:p>
          <a:p>
            <a:pPr lvl="1"/>
            <a:r>
              <a:rPr lang="en-US" altLang="ja-JP"/>
              <a:t>  devTools: true,              // </a:t>
            </a:r>
            <a:r>
              <a:rPr lang="ja-JP" altLang="en-US"/>
              <a:t>默认启用</a:t>
            </a:r>
            <a:r>
              <a:rPr lang="en-US" altLang="ja-JP"/>
              <a:t> Redux DevTools</a:t>
            </a:r>
            <a:endParaRPr lang="en-US" altLang="ja-JP"/>
          </a:p>
          <a:p>
            <a:pPr lvl="1"/>
            <a:r>
              <a:rPr lang="en-US" altLang="ja-JP"/>
              <a:t>});</a:t>
            </a:r>
            <a:endParaRPr lang="en-US" altLang="ja-JP"/>
          </a:p>
          <a:p>
            <a:pPr lvl="1"/>
            <a:r>
              <a:rPr lang="en-US" altLang="ja-JP"/>
              <a:t>export default store;</a:t>
            </a:r>
            <a:endParaRPr lang="en-US" altLang="ja-JP"/>
          </a:p>
          <a:p>
            <a:endParaRPr lang="en-US" altLang="ja-JP"/>
          </a:p>
          <a:p>
            <a:r>
              <a:rPr lang="en-US" altLang="ja-JP"/>
              <a:t>configureStore </a:t>
            </a:r>
            <a:r>
              <a:rPr lang="ja-JP" altLang="en-US"/>
              <a:t>内部：</a:t>
            </a:r>
            <a:endParaRPr lang="en-US" altLang="ja-JP"/>
          </a:p>
          <a:p>
            <a:pPr lvl="1"/>
            <a:r>
              <a:rPr lang="ja-JP" altLang="en-US"/>
              <a:t>自动调用</a:t>
            </a:r>
            <a:r>
              <a:rPr lang="en-US" altLang="ja-JP"/>
              <a:t> combineReducers </a:t>
            </a:r>
            <a:r>
              <a:rPr lang="ja-JP" altLang="en-US"/>
              <a:t>（如果传对象）</a:t>
            </a:r>
            <a:endParaRPr lang="en-US" altLang="ja-JP"/>
          </a:p>
          <a:p>
            <a:pPr lvl="1"/>
            <a:r>
              <a:rPr lang="ja-JP" altLang="en-US"/>
              <a:t>自动添加</a:t>
            </a:r>
            <a:r>
              <a:rPr lang="en-US" altLang="ja-JP"/>
              <a:t> thunk</a:t>
            </a:r>
            <a:r>
              <a:rPr lang="ja-JP" altLang="en-US"/>
              <a:t>，方便异步</a:t>
            </a:r>
            <a:endParaRPr lang="ja-JP" altLang="en-US"/>
          </a:p>
          <a:p>
            <a:pPr lvl="1"/>
            <a:r>
              <a:rPr lang="ja-JP" altLang="en-US"/>
              <a:t>自动启用</a:t>
            </a:r>
            <a:r>
              <a:rPr lang="en-US" altLang="ja-JP"/>
              <a:t> devtools</a:t>
            </a:r>
            <a:r>
              <a:rPr lang="ja-JP" altLang="en-US"/>
              <a:t>，方便调试</a:t>
            </a:r>
            <a:endParaRPr lang="en-US" altLang="ja-JP"/>
          </a:p>
          <a:p>
            <a:pPr lvl="1"/>
            <a:r>
              <a:rPr lang="ja-JP" altLang="en-US"/>
              <a:t>自动添加序列化和不可变性检查，提升安全性</a:t>
            </a:r>
            <a:endParaRPr lang="en-US" altLang="ja-JP"/>
          </a:p>
          <a:p>
            <a:pPr lvl="1"/>
            <a:r>
              <a:rPr lang="ja-JP" altLang="en-US"/>
              <a:t>只要传入</a:t>
            </a:r>
            <a:r>
              <a:rPr lang="en-US" altLang="ja-JP"/>
              <a:t> reducer</a:t>
            </a:r>
            <a:r>
              <a:rPr lang="ja-JP" altLang="en-US"/>
              <a:t>，大多数配置自动完成，避免手写中间件和</a:t>
            </a:r>
            <a:r>
              <a:rPr lang="en-US" altLang="ja-JP"/>
              <a:t> enhancer</a:t>
            </a:r>
            <a:endParaRPr lang="en-US" altLang="ja-JP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456565"/>
            <a:ext cx="10515600" cy="6076950"/>
          </a:xfrm>
        </p:spPr>
        <p:txBody>
          <a:bodyPr/>
          <a:p>
            <a:r>
              <a:rPr lang="en-US" altLang="ja-JP"/>
              <a:t> React </a:t>
            </a:r>
            <a:r>
              <a:rPr lang="ja-JP" altLang="en-US"/>
              <a:t>中注入</a:t>
            </a:r>
            <a:r>
              <a:rPr lang="en-US" altLang="ja-JP"/>
              <a:t> Store</a:t>
            </a:r>
            <a:endParaRPr lang="en-US" altLang="ja-JP"/>
          </a:p>
          <a:p>
            <a:pPr lvl="1"/>
            <a:r>
              <a:rPr lang="en-US" altLang="ja-JP"/>
              <a:t>import { Provider } from 'react-redux';</a:t>
            </a:r>
            <a:endParaRPr lang="en-US" altLang="ja-JP"/>
          </a:p>
          <a:p>
            <a:pPr lvl="1"/>
            <a:r>
              <a:rPr lang="en-US" altLang="ja-JP"/>
              <a:t>import store from './store';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&lt;Provider store={store}&gt;</a:t>
            </a:r>
            <a:endParaRPr lang="en-US" altLang="ja-JP"/>
          </a:p>
          <a:p>
            <a:pPr lvl="1"/>
            <a:r>
              <a:rPr lang="en-US" altLang="ja-JP"/>
              <a:t>  &lt;App /&gt;</a:t>
            </a:r>
            <a:endParaRPr lang="en-US" altLang="ja-JP"/>
          </a:p>
          <a:p>
            <a:pPr lvl="1"/>
            <a:r>
              <a:rPr lang="en-US" altLang="ja-JP"/>
              <a:t>&lt;/Provider&gt;</a:t>
            </a:r>
            <a:endParaRPr lang="en-US" altLang="ja-JP"/>
          </a:p>
          <a:p>
            <a:pPr lvl="1"/>
            <a:endParaRPr lang="en-US" altLang="ja-JP"/>
          </a:p>
          <a:p>
            <a:pPr lvl="0"/>
            <a:r>
              <a:rPr lang="ja-JP" altLang="en-US"/>
              <a:t>通过</a:t>
            </a:r>
            <a:r>
              <a:rPr lang="en-US" altLang="ja-JP"/>
              <a:t> React context </a:t>
            </a:r>
            <a:r>
              <a:rPr lang="ja-JP" altLang="en-US"/>
              <a:t>将</a:t>
            </a:r>
            <a:r>
              <a:rPr lang="en-US" altLang="ja-JP"/>
              <a:t> Redux store </a:t>
            </a:r>
            <a:r>
              <a:rPr lang="ja-JP" altLang="en-US"/>
              <a:t>注入组件树</a:t>
            </a:r>
            <a:endParaRPr lang="en-US" altLang="ja-JP"/>
          </a:p>
          <a:p>
            <a:pPr lvl="0"/>
            <a:r>
              <a:rPr lang="ja-JP" altLang="en-US"/>
              <a:t>组件能通过</a:t>
            </a:r>
            <a:r>
              <a:rPr lang="en-US" altLang="ja-JP"/>
              <a:t> useSelector </a:t>
            </a:r>
            <a:r>
              <a:rPr lang="ja-JP" altLang="en-US"/>
              <a:t>和</a:t>
            </a:r>
            <a:r>
              <a:rPr lang="en-US" altLang="ja-JP"/>
              <a:t> useDispatch </a:t>
            </a:r>
            <a:r>
              <a:rPr lang="ja-JP" altLang="en-US"/>
              <a:t>获取和操作状态</a:t>
            </a:r>
            <a:endParaRPr lang="ja-JP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287655"/>
            <a:ext cx="10515600" cy="6189980"/>
          </a:xfrm>
        </p:spPr>
        <p:txBody>
          <a:bodyPr>
            <a:normAutofit fontScale="90000" lnSpcReduction="10000"/>
          </a:bodyPr>
          <a:p>
            <a:r>
              <a:rPr lang="ja-JP" altLang="en-US"/>
              <a:t>组件内使用状态和分发动作</a:t>
            </a:r>
            <a:endParaRPr lang="ja-JP" altLang="en-US"/>
          </a:p>
          <a:p>
            <a:pPr lvl="1"/>
            <a:r>
              <a:rPr lang="en-US" altLang="ja-JP"/>
              <a:t>import { useSelector, useDispatch } from 'react-redux';</a:t>
            </a:r>
            <a:endParaRPr lang="en-US" altLang="ja-JP"/>
          </a:p>
          <a:p>
            <a:pPr lvl="1"/>
            <a:r>
              <a:rPr lang="en-US" altLang="ja-JP"/>
              <a:t>import { increment, decrement } from './counterSlice';</a:t>
            </a:r>
            <a:endParaRPr lang="en-US" altLang="ja-JP"/>
          </a:p>
          <a:p>
            <a:pPr lvl="1"/>
            <a:r>
              <a:rPr lang="en-US" altLang="ja-JP"/>
              <a:t>function Counter() {</a:t>
            </a:r>
            <a:endParaRPr lang="en-US" altLang="ja-JP"/>
          </a:p>
          <a:p>
            <a:pPr lvl="1"/>
            <a:r>
              <a:rPr lang="en-US" altLang="ja-JP"/>
              <a:t>  const count = useSelector(state =&gt; state.counter.count);  // </a:t>
            </a:r>
            <a:r>
              <a:rPr lang="ja-JP" altLang="en-US"/>
              <a:t>选取状态</a:t>
            </a:r>
            <a:endParaRPr lang="ja-JP" altLang="en-US"/>
          </a:p>
          <a:p>
            <a:pPr lvl="1"/>
            <a:r>
              <a:rPr lang="en-US" altLang="ja-JP"/>
              <a:t>  const dispatch = useDispatch();                            // </a:t>
            </a:r>
            <a:r>
              <a:rPr lang="ja-JP" altLang="en-US"/>
              <a:t>获取</a:t>
            </a:r>
            <a:r>
              <a:rPr lang="en-US" altLang="ja-JP"/>
              <a:t> dispatch </a:t>
            </a:r>
            <a:r>
              <a:rPr lang="ja-JP" altLang="en-US"/>
              <a:t>函数</a:t>
            </a:r>
            <a:endParaRPr lang="ja-JP" altLang="en-US"/>
          </a:p>
          <a:p>
            <a:pPr lvl="1"/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&lt;&gt;</a:t>
            </a:r>
            <a:endParaRPr lang="en-US" altLang="ja-JP"/>
          </a:p>
          <a:p>
            <a:pPr lvl="1"/>
            <a:r>
              <a:rPr lang="en-US" altLang="ja-JP"/>
              <a:t>      &lt;button onClick={() =&gt; dispatch(decrement())}&gt;-&lt;/button&gt;</a:t>
            </a:r>
            <a:endParaRPr lang="en-US" altLang="ja-JP"/>
          </a:p>
          <a:p>
            <a:pPr lvl="1"/>
            <a:r>
              <a:rPr lang="en-US" altLang="ja-JP"/>
              <a:t>      &lt;span&gt;{count}&lt;/span&gt;</a:t>
            </a:r>
            <a:endParaRPr lang="en-US" altLang="ja-JP"/>
          </a:p>
          <a:p>
            <a:pPr lvl="1"/>
            <a:r>
              <a:rPr lang="en-US" altLang="ja-JP"/>
              <a:t>      &lt;button onClick={() =&gt; dispatch(increment())}&gt;+&lt;/button&gt;</a:t>
            </a:r>
            <a:endParaRPr lang="en-US" altLang="ja-JP"/>
          </a:p>
          <a:p>
            <a:pPr lvl="1"/>
            <a:r>
              <a:rPr lang="en-US" altLang="ja-JP"/>
              <a:t>    &lt;/&gt;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0"/>
            <a:r>
              <a:rPr lang="en-US" altLang="ja-JP"/>
              <a:t>useSelector </a:t>
            </a:r>
            <a:r>
              <a:rPr lang="ja-JP" altLang="en-US"/>
              <a:t>订阅状态，保证组件刷新</a:t>
            </a:r>
            <a:endParaRPr lang="en-US" altLang="ja-JP"/>
          </a:p>
          <a:p>
            <a:pPr lvl="0"/>
            <a:r>
              <a:rPr lang="en-US" altLang="ja-JP"/>
              <a:t>useDispatch </a:t>
            </a:r>
            <a:r>
              <a:rPr lang="ja-JP" altLang="en-US"/>
              <a:t>发出动作，触发</a:t>
            </a:r>
            <a:r>
              <a:rPr lang="en-US" altLang="ja-JP"/>
              <a:t> reducer </a:t>
            </a:r>
            <a:r>
              <a:rPr lang="ja-JP" altLang="en-US"/>
              <a:t>改变状态</a:t>
            </a:r>
            <a:endParaRPr lang="ja-JP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482600" y="325755"/>
            <a:ext cx="10871200" cy="6301105"/>
          </a:xfrm>
        </p:spPr>
        <p:txBody>
          <a:bodyPr/>
          <a:p>
            <a:r>
              <a:rPr lang="ja-JP" altLang="en-US"/>
              <a:t>异步逻辑（可选）用</a:t>
            </a:r>
            <a:r>
              <a:rPr lang="en-US" altLang="ja-JP"/>
              <a:t> createAsyncThunk</a:t>
            </a:r>
            <a:endParaRPr lang="en-US" altLang="ja-JP"/>
          </a:p>
          <a:p>
            <a:pPr lvl="1"/>
            <a:r>
              <a:rPr lang="en-US" altLang="ja-JP"/>
              <a:t>import { createAsyncThunk } from '@reduxjs/toolkit';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export const fetchUser = createAsyncThunk(</a:t>
            </a:r>
            <a:endParaRPr lang="en-US" altLang="ja-JP"/>
          </a:p>
          <a:p>
            <a:pPr lvl="1"/>
            <a:r>
              <a:rPr lang="en-US" altLang="ja-JP"/>
              <a:t>  'user/fetchUser',</a:t>
            </a:r>
            <a:endParaRPr lang="en-US" altLang="ja-JP"/>
          </a:p>
          <a:p>
            <a:pPr lvl="1"/>
            <a:r>
              <a:rPr lang="en-US" altLang="ja-JP"/>
              <a:t>  async (userId) =&gt; {</a:t>
            </a:r>
            <a:endParaRPr lang="en-US" altLang="ja-JP"/>
          </a:p>
          <a:p>
            <a:pPr lvl="1"/>
            <a:r>
              <a:rPr lang="en-US" altLang="ja-JP"/>
              <a:t>    const res = await fetch(`/api/user/${userId}`)</a:t>
            </a:r>
            <a:endParaRPr lang="en-US" altLang="ja-JP"/>
          </a:p>
          <a:p>
            <a:pPr lvl="1"/>
            <a:r>
              <a:rPr lang="en-US" altLang="ja-JP"/>
              <a:t>    return res.json();</a:t>
            </a:r>
            <a:endParaRPr lang="en-US" altLang="ja-JP"/>
          </a:p>
          <a:p>
            <a:pPr lvl="1"/>
            <a:r>
              <a:rPr lang="en-US" altLang="ja-JP"/>
              <a:t>  }</a:t>
            </a:r>
            <a:endParaRPr lang="en-US" altLang="ja-JP"/>
          </a:p>
          <a:p>
            <a:pPr lvl="1"/>
            <a:r>
              <a:rPr lang="en-US" altLang="ja-JP"/>
              <a:t>);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344170"/>
            <a:ext cx="10515600" cy="6208395"/>
          </a:xfrm>
        </p:spPr>
        <p:txBody>
          <a:bodyPr>
            <a:normAutofit fontScale="60000"/>
          </a:bodyPr>
          <a:p>
            <a:r>
              <a:rPr lang="en-US" altLang="ja-JP"/>
              <a:t>const userSlice = createSlice({</a:t>
            </a:r>
            <a:endParaRPr lang="en-US" altLang="ja-JP"/>
          </a:p>
          <a:p>
            <a:r>
              <a:rPr lang="en-US" altLang="ja-JP"/>
              <a:t>  name: 'user',</a:t>
            </a:r>
            <a:endParaRPr lang="en-US" altLang="ja-JP"/>
          </a:p>
          <a:p>
            <a:r>
              <a:rPr lang="en-US" altLang="ja-JP"/>
              <a:t>  initialState: { data: null, loading: false, error: null }, //</a:t>
            </a:r>
            <a:endParaRPr lang="en-US" altLang="ja-JP"/>
          </a:p>
          <a:p>
            <a:r>
              <a:rPr lang="en-US" altLang="ja-JP"/>
              <a:t>  reducers: {}, //</a:t>
            </a:r>
            <a:r>
              <a:rPr lang="ja-JP" altLang="en-US"/>
              <a:t>此</a:t>
            </a:r>
            <a:r>
              <a:rPr lang="en-US" altLang="ja-JP"/>
              <a:t> slice </a:t>
            </a:r>
            <a:r>
              <a:rPr lang="ja-JP" altLang="en-US"/>
              <a:t>处理同步</a:t>
            </a:r>
            <a:r>
              <a:rPr lang="en-US" altLang="ja-JP"/>
              <a:t> action</a:t>
            </a:r>
            <a:endParaRPr lang="en-US" altLang="ja-JP"/>
          </a:p>
          <a:p>
            <a:r>
              <a:rPr lang="en-US" altLang="ja-JP"/>
              <a:t>  extraReducers: (builder) =&gt; { //</a:t>
            </a:r>
            <a:r>
              <a:rPr lang="ja-JP" altLang="en-US"/>
              <a:t>所有状态更新都通过</a:t>
            </a:r>
            <a:r>
              <a:rPr lang="en-US" altLang="ja-JP"/>
              <a:t> extraReducers</a:t>
            </a:r>
            <a:r>
              <a:rPr lang="ja-JP" altLang="en-US"/>
              <a:t>（处理异步</a:t>
            </a:r>
            <a:r>
              <a:rPr lang="en-US" altLang="ja-JP"/>
              <a:t> action </a:t>
            </a:r>
            <a:r>
              <a:rPr lang="ja-JP" altLang="en-US"/>
              <a:t>的结果）完成</a:t>
            </a:r>
            <a:endParaRPr lang="ja-JP" altLang="en-US"/>
          </a:p>
          <a:p>
            <a:r>
              <a:rPr lang="en-US" altLang="ja-JP"/>
              <a:t>    builder</a:t>
            </a:r>
            <a:endParaRPr lang="en-US" altLang="ja-JP"/>
          </a:p>
          <a:p>
            <a:r>
              <a:rPr lang="en-US" altLang="ja-JP"/>
              <a:t>      .addCase(fetchUser.pending, state =&gt; { state.loading = true; })</a:t>
            </a:r>
            <a:endParaRPr lang="en-US" altLang="ja-JP"/>
          </a:p>
          <a:p>
            <a:r>
              <a:rPr lang="en-US" altLang="ja-JP"/>
              <a:t>      .addCase(fetchUser.fulfilled, (state, action) =&gt; {</a:t>
            </a:r>
            <a:endParaRPr lang="en-US" altLang="ja-JP"/>
          </a:p>
          <a:p>
            <a:r>
              <a:rPr lang="en-US" altLang="ja-JP"/>
              <a:t>        state.loading = false;</a:t>
            </a:r>
            <a:endParaRPr lang="en-US" altLang="ja-JP"/>
          </a:p>
          <a:p>
            <a:r>
              <a:rPr lang="en-US" altLang="ja-JP"/>
              <a:t>        state.data = action.payload;</a:t>
            </a:r>
            <a:endParaRPr lang="en-US" altLang="ja-JP"/>
          </a:p>
          <a:p>
            <a:r>
              <a:rPr lang="en-US" altLang="ja-JP"/>
              <a:t>      })</a:t>
            </a:r>
            <a:endParaRPr lang="en-US" altLang="ja-JP"/>
          </a:p>
          <a:p>
            <a:r>
              <a:rPr lang="en-US" altLang="ja-JP"/>
              <a:t>      .addCase(fetchUser.rejected, (state, action) =&gt; {</a:t>
            </a:r>
            <a:endParaRPr lang="en-US" altLang="ja-JP"/>
          </a:p>
          <a:p>
            <a:r>
              <a:rPr lang="en-US" altLang="ja-JP"/>
              <a:t>        state.loading = false;</a:t>
            </a:r>
            <a:endParaRPr lang="en-US" altLang="ja-JP"/>
          </a:p>
          <a:p>
            <a:r>
              <a:rPr lang="en-US" altLang="ja-JP"/>
              <a:t>        state.error = action.error.message;</a:t>
            </a:r>
            <a:endParaRPr lang="en-US" altLang="ja-JP"/>
          </a:p>
          <a:p>
            <a:r>
              <a:rPr lang="en-US" altLang="ja-JP"/>
              <a:t>      });</a:t>
            </a:r>
            <a:endParaRPr lang="en-US" altLang="ja-JP"/>
          </a:p>
          <a:p>
            <a:r>
              <a:rPr lang="en-US" altLang="ja-JP"/>
              <a:t>  }</a:t>
            </a:r>
            <a:endParaRPr lang="en-US" altLang="ja-JP"/>
          </a:p>
          <a:p>
            <a:r>
              <a:rPr lang="en-US" altLang="ja-JP"/>
              <a:t>});</a:t>
            </a:r>
            <a:endParaRPr lang="en-US" altLang="ja-JP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/>
              <a:t>Zustand</a:t>
            </a:r>
            <a:endParaRPr lang="en-US" altLang="ja-JP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Zustand </a:t>
            </a:r>
            <a:r>
              <a:rPr lang="ja-JP" altLang="en-US"/>
              <a:t>是一种</a:t>
            </a:r>
            <a:r>
              <a:rPr lang="en-US" altLang="ja-JP"/>
              <a:t>“</a:t>
            </a:r>
            <a:r>
              <a:rPr lang="ja-JP" altLang="en-US"/>
              <a:t>极简、高性能、免</a:t>
            </a:r>
            <a:r>
              <a:rPr lang="en-US" altLang="ja-JP"/>
              <a:t> Provider”</a:t>
            </a:r>
            <a:r>
              <a:rPr lang="ja-JP" altLang="en-US"/>
              <a:t>的</a:t>
            </a:r>
            <a:r>
              <a:rPr lang="en-US" altLang="ja-JP"/>
              <a:t> React </a:t>
            </a:r>
            <a:r>
              <a:rPr lang="ja-JP" altLang="en-US"/>
              <a:t>状态管理方案，非常适合现代前端项目，特别是你不想被</a:t>
            </a:r>
            <a:r>
              <a:rPr lang="en-US" altLang="ja-JP"/>
              <a:t> Redux </a:t>
            </a:r>
            <a:r>
              <a:rPr lang="ja-JP" altLang="en-US"/>
              <a:t>复杂结构束缚的时候。</a:t>
            </a:r>
            <a:endParaRPr lang="ja-JP" altLang="en-US"/>
          </a:p>
          <a:p>
            <a:r>
              <a:rPr lang="ja-JP" altLang="en-US"/>
              <a:t>安装</a:t>
            </a:r>
            <a:r>
              <a:rPr lang="en-US" altLang="ja-JP"/>
              <a:t> Zustand</a:t>
            </a:r>
            <a:endParaRPr lang="en-US" altLang="ja-JP"/>
          </a:p>
          <a:p>
            <a:pPr lvl="1"/>
            <a:r>
              <a:rPr lang="en-US" altLang="ja-JP"/>
              <a:t>npm install zustand</a:t>
            </a:r>
            <a:endParaRPr lang="en-US" altLang="ja-JP"/>
          </a:p>
          <a:p>
            <a:pPr lvl="1"/>
            <a:r>
              <a:rPr lang="ja-JP" altLang="en-US"/>
              <a:t>这是</a:t>
            </a:r>
            <a:r>
              <a:rPr lang="en-US" altLang="ja-JP"/>
              <a:t> Zustand </a:t>
            </a:r>
            <a:r>
              <a:rPr lang="ja-JP" altLang="en-US"/>
              <a:t>的核心包，只有一个，不需要额外安装</a:t>
            </a:r>
            <a:r>
              <a:rPr lang="en-US" altLang="ja-JP"/>
              <a:t> Redux</a:t>
            </a:r>
            <a:r>
              <a:rPr lang="ja-JP" altLang="en-US"/>
              <a:t>、</a:t>
            </a:r>
            <a:r>
              <a:rPr lang="en-US" altLang="ja-JP"/>
              <a:t>Context</a:t>
            </a:r>
            <a:r>
              <a:rPr lang="ja-JP" altLang="en-US"/>
              <a:t>、</a:t>
            </a:r>
            <a:r>
              <a:rPr lang="en-US" altLang="ja-JP"/>
              <a:t>Provider</a:t>
            </a:r>
            <a:r>
              <a:rPr lang="ja-JP" altLang="en-US"/>
              <a:t>。</a:t>
            </a:r>
            <a:endParaRPr lang="ja-JP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 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创建一个</a:t>
            </a:r>
            <a:r>
              <a:rPr lang="en-US" altLang="ja-JP"/>
              <a:t> Store</a:t>
            </a:r>
            <a:r>
              <a:rPr lang="ja-JP" altLang="en-US"/>
              <a:t>（状态容器）</a:t>
            </a:r>
            <a:endParaRPr lang="ja-JP" altLang="en-US"/>
          </a:p>
          <a:p>
            <a:pPr lvl="1"/>
            <a:r>
              <a:rPr lang="ja-JP" altLang="en-US"/>
              <a:t>状态和操作函数一起写在一个函数中，由</a:t>
            </a:r>
            <a:r>
              <a:rPr lang="en-US" altLang="ja-JP"/>
              <a:t> create </a:t>
            </a:r>
            <a:r>
              <a:rPr lang="ja-JP" altLang="en-US"/>
              <a:t>函数生成。</a:t>
            </a:r>
            <a:endParaRPr lang="ja-JP" altLang="en-US"/>
          </a:p>
          <a:p>
            <a:pPr lvl="1"/>
            <a:r>
              <a:rPr lang="en-US" altLang="ja-JP"/>
              <a:t>// store/counterStore.js</a:t>
            </a:r>
            <a:endParaRPr lang="en-US" altLang="ja-JP"/>
          </a:p>
          <a:p>
            <a:pPr lvl="1"/>
            <a:r>
              <a:rPr lang="en-US" altLang="ja-JP"/>
              <a:t>import { create } from 'zustand';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const useCounterStore = create((set) =&gt; ({</a:t>
            </a:r>
            <a:endParaRPr lang="en-US" altLang="ja-JP"/>
          </a:p>
          <a:p>
            <a:pPr lvl="1"/>
            <a:r>
              <a:rPr lang="en-US" altLang="ja-JP"/>
              <a:t>  count: 0, // </a:t>
            </a:r>
            <a:r>
              <a:rPr lang="ja-JP" altLang="en-US"/>
              <a:t>状态值</a:t>
            </a:r>
            <a:endParaRPr lang="ja-JP" altLang="en-US"/>
          </a:p>
          <a:p>
            <a:pPr lvl="1"/>
            <a:r>
              <a:rPr lang="en-US" altLang="ja-JP"/>
              <a:t>  increment: () =&gt; set((state) =&gt; ({ count: state.count + 1 })),</a:t>
            </a:r>
            <a:endParaRPr lang="en-US" altLang="ja-JP"/>
          </a:p>
          <a:p>
            <a:pPr lvl="1"/>
            <a:r>
              <a:rPr lang="en-US" altLang="ja-JP"/>
              <a:t>  decrement: () =&gt; set((state) =&gt; ({ count: state.count - 1 })),</a:t>
            </a:r>
            <a:endParaRPr lang="en-US" altLang="ja-JP"/>
          </a:p>
          <a:p>
            <a:pPr lvl="1"/>
            <a:r>
              <a:rPr lang="en-US" altLang="ja-JP"/>
              <a:t>}));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endParaRPr lang="ja-JP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75000"/>
          </a:bodyPr>
          <a:p>
            <a:r>
              <a:rPr lang="ja-JP" altLang="en-US"/>
              <a:t>每一部分详解：</a:t>
            </a:r>
            <a:endParaRPr lang="ja-JP" altLang="en-US"/>
          </a:p>
          <a:p>
            <a:pPr lvl="1"/>
            <a:r>
              <a:rPr lang="en-US" altLang="ja-JP"/>
              <a:t> import { create } from 'zustand';</a:t>
            </a:r>
            <a:endParaRPr lang="en-US" altLang="ja-JP"/>
          </a:p>
          <a:p>
            <a:pPr lvl="1"/>
            <a:r>
              <a:rPr lang="ja-JP" altLang="en-US"/>
              <a:t>导入</a:t>
            </a:r>
            <a:r>
              <a:rPr lang="en-US" altLang="ja-JP"/>
              <a:t> Zustand </a:t>
            </a:r>
            <a:r>
              <a:rPr lang="ja-JP" altLang="en-US"/>
              <a:t>提供的创建状态的</a:t>
            </a:r>
            <a:r>
              <a:rPr lang="en-US" altLang="ja-JP"/>
              <a:t> API</a:t>
            </a:r>
            <a:r>
              <a:rPr lang="ja-JP" altLang="en-US"/>
              <a:t>：</a:t>
            </a:r>
            <a:r>
              <a:rPr lang="en-US" altLang="ja-JP"/>
              <a:t>create</a:t>
            </a:r>
            <a:endParaRPr lang="en-US" altLang="ja-JP"/>
          </a:p>
          <a:p>
            <a:pPr lvl="1"/>
            <a:r>
              <a:rPr lang="en-US" altLang="ja-JP"/>
              <a:t>create((set) =&gt; ({ ... }))</a:t>
            </a:r>
            <a:endParaRPr lang="en-US" altLang="ja-JP"/>
          </a:p>
          <a:p>
            <a:pPr lvl="1"/>
            <a:r>
              <a:rPr lang="en-US" altLang="ja-JP"/>
              <a:t>create() </a:t>
            </a:r>
            <a:r>
              <a:rPr lang="ja-JP" altLang="en-US"/>
              <a:t>返回一个「自定义</a:t>
            </a:r>
            <a:r>
              <a:rPr lang="en-US" altLang="ja-JP"/>
              <a:t> Hook</a:t>
            </a:r>
            <a:r>
              <a:rPr lang="ja-JP" altLang="en-US"/>
              <a:t>」</a:t>
            </a:r>
            <a:endParaRPr lang="en-US" altLang="ja-JP"/>
          </a:p>
          <a:p>
            <a:pPr lvl="1"/>
            <a:r>
              <a:rPr lang="ja-JP" altLang="en-US"/>
              <a:t>参数是一个函数：接收</a:t>
            </a:r>
            <a:r>
              <a:rPr lang="en-US" altLang="ja-JP"/>
              <a:t> set</a:t>
            </a:r>
            <a:r>
              <a:rPr lang="ja-JP" altLang="en-US"/>
              <a:t>（用于更新状态）</a:t>
            </a:r>
            <a:endParaRPr lang="en-US" altLang="ja-JP"/>
          </a:p>
          <a:p>
            <a:pPr lvl="1"/>
            <a:r>
              <a:rPr lang="ja-JP" altLang="en-US"/>
              <a:t>函数的返回值是你的状态对象</a:t>
            </a:r>
            <a:endParaRPr lang="en-US" altLang="ja-JP"/>
          </a:p>
          <a:p>
            <a:pPr lvl="1"/>
            <a:r>
              <a:rPr lang="en-US" altLang="ja-JP"/>
              <a:t> count: 0</a:t>
            </a:r>
            <a:endParaRPr lang="en-US" altLang="ja-JP"/>
          </a:p>
          <a:p>
            <a:pPr lvl="1"/>
            <a:r>
              <a:rPr lang="ja-JP" altLang="en-US"/>
              <a:t>初始状态值，写在返回对象里</a:t>
            </a:r>
            <a:endParaRPr lang="ja-JP" altLang="en-US"/>
          </a:p>
          <a:p>
            <a:pPr lvl="1"/>
            <a:r>
              <a:rPr lang="en-US" altLang="ja-JP"/>
              <a:t> increment </a:t>
            </a:r>
            <a:r>
              <a:rPr lang="ja-JP" altLang="en-US"/>
              <a:t>与</a:t>
            </a:r>
            <a:r>
              <a:rPr lang="en-US" altLang="ja-JP"/>
              <a:t> decrement</a:t>
            </a:r>
            <a:endParaRPr lang="en-US" altLang="ja-JP"/>
          </a:p>
          <a:p>
            <a:pPr lvl="1"/>
            <a:r>
              <a:rPr lang="ja-JP" altLang="en-US"/>
              <a:t>是改变状态的方法</a:t>
            </a:r>
            <a:endParaRPr lang="ja-JP" altLang="en-US"/>
          </a:p>
          <a:p>
            <a:pPr lvl="1"/>
            <a:r>
              <a:rPr lang="en-US" altLang="ja-JP"/>
              <a:t>set(fn)</a:t>
            </a:r>
            <a:r>
              <a:rPr lang="ja-JP" altLang="en-US"/>
              <a:t>：是</a:t>
            </a:r>
            <a:r>
              <a:rPr lang="en-US" altLang="ja-JP"/>
              <a:t> Zustand </a:t>
            </a:r>
            <a:r>
              <a:rPr lang="ja-JP" altLang="en-US"/>
              <a:t>提供的更新函数</a:t>
            </a:r>
            <a:endParaRPr lang="en-US" altLang="ja-JP"/>
          </a:p>
          <a:p>
            <a:pPr lvl="1"/>
            <a:r>
              <a:rPr lang="ja-JP" altLang="en-US"/>
              <a:t>传入</a:t>
            </a:r>
            <a:r>
              <a:rPr lang="en-US" altLang="ja-JP"/>
              <a:t> (state) =&gt; ({...})</a:t>
            </a:r>
            <a:r>
              <a:rPr lang="ja-JP" altLang="en-US"/>
              <a:t>，根据旧状态返回新状态</a:t>
            </a:r>
            <a:endParaRPr lang="ja-JP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3615"/>
          </a:xfrm>
        </p:spPr>
        <p:txBody>
          <a:bodyPr>
            <a:normAutofit fontScale="60000"/>
          </a:bodyPr>
          <a:p>
            <a:r>
              <a:rPr lang="ja-JP" altLang="en-US"/>
              <a:t>在组件中使用</a:t>
            </a:r>
            <a:r>
              <a:rPr lang="en-US" altLang="ja-JP"/>
              <a:t> Store</a:t>
            </a:r>
            <a:endParaRPr lang="en-US" altLang="ja-JP"/>
          </a:p>
          <a:p>
            <a:pPr lvl="1"/>
            <a:r>
              <a:rPr lang="ja-JP" altLang="en-US"/>
              <a:t>使用刚刚创建的自定义</a:t>
            </a:r>
            <a:r>
              <a:rPr lang="en-US" altLang="ja-JP"/>
              <a:t> hook </a:t>
            </a:r>
            <a:r>
              <a:rPr lang="ja-JP" altLang="en-US"/>
              <a:t>读取状态，触发函数</a:t>
            </a:r>
            <a:endParaRPr lang="ja-JP" altLang="en-US"/>
          </a:p>
          <a:p>
            <a:pPr lvl="1"/>
            <a:r>
              <a:rPr lang="en-US" altLang="ja-JP"/>
              <a:t>// App.jsx</a:t>
            </a:r>
            <a:endParaRPr lang="en-US" altLang="ja-JP"/>
          </a:p>
          <a:p>
            <a:pPr lvl="1"/>
            <a:r>
              <a:rPr lang="en-US" altLang="ja-JP"/>
              <a:t>import React from 'react';</a:t>
            </a:r>
            <a:endParaRPr lang="en-US" altLang="ja-JP"/>
          </a:p>
          <a:p>
            <a:pPr lvl="1"/>
            <a:r>
              <a:rPr lang="en-US" altLang="ja-JP"/>
              <a:t>import useCounterStore from './store/counterStore';</a:t>
            </a:r>
            <a:endParaRPr lang="en-US" altLang="ja-JP"/>
          </a:p>
          <a:p>
            <a:pPr lvl="1"/>
            <a:r>
              <a:rPr lang="en-US" altLang="ja-JP"/>
              <a:t>function Counter() {</a:t>
            </a:r>
            <a:endParaRPr lang="en-US" altLang="ja-JP"/>
          </a:p>
          <a:p>
            <a:pPr lvl="1"/>
            <a:r>
              <a:rPr lang="en-US" altLang="ja-JP"/>
              <a:t>  const count = useCounterStore((state) =&gt; state.count);</a:t>
            </a:r>
            <a:endParaRPr lang="en-US" altLang="ja-JP"/>
          </a:p>
          <a:p>
            <a:pPr lvl="1"/>
            <a:r>
              <a:rPr lang="en-US" altLang="ja-JP"/>
              <a:t>  const increment = useCounterStore((state) =&gt; state.increment);</a:t>
            </a:r>
            <a:endParaRPr lang="en-US" altLang="ja-JP"/>
          </a:p>
          <a:p>
            <a:pPr lvl="1"/>
            <a:r>
              <a:rPr lang="en-US" altLang="ja-JP"/>
              <a:t>  const decrement = useCounterStore((state) =&gt; state.decrement);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&lt;button onClick={decrement}&gt;-&lt;/button&gt;</a:t>
            </a:r>
            <a:endParaRPr lang="en-US" altLang="ja-JP"/>
          </a:p>
          <a:p>
            <a:pPr lvl="1"/>
            <a:r>
              <a:rPr lang="en-US" altLang="ja-JP"/>
              <a:t>      &lt;span&gt;{count}&lt;/span&gt;</a:t>
            </a:r>
            <a:endParaRPr lang="en-US" altLang="ja-JP"/>
          </a:p>
          <a:p>
            <a:pPr lvl="1"/>
            <a:r>
              <a:rPr lang="en-US" altLang="ja-JP"/>
              <a:t>      &lt;button onClick={increment}&gt;+&lt;/button&gt;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  <a:p>
            <a:pPr lvl="1"/>
            <a:r>
              <a:rPr lang="en-US" altLang="ja-JP"/>
              <a:t>export default Counter;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ja-JP" altLang="en-US"/>
              <a:t>每一部分详解：</a:t>
            </a:r>
            <a:endParaRPr lang="ja-JP" altLang="en-US"/>
          </a:p>
          <a:p>
            <a:pPr lvl="1"/>
            <a:r>
              <a:rPr lang="en-US" altLang="ja-JP"/>
              <a:t>useCounterStore((state) =&gt; state.xxx)</a:t>
            </a:r>
            <a:endParaRPr lang="en-US" altLang="ja-JP"/>
          </a:p>
          <a:p>
            <a:pPr lvl="2"/>
            <a:r>
              <a:rPr lang="ja-JP" altLang="en-US"/>
              <a:t>这是你在</a:t>
            </a:r>
            <a:r>
              <a:rPr lang="en-US" altLang="ja-JP"/>
              <a:t> create() </a:t>
            </a:r>
            <a:r>
              <a:rPr lang="ja-JP" altLang="en-US"/>
              <a:t>时创建的</a:t>
            </a:r>
            <a:r>
              <a:rPr lang="en-US" altLang="ja-JP"/>
              <a:t> Hook</a:t>
            </a:r>
            <a:endParaRPr lang="en-US" altLang="ja-JP"/>
          </a:p>
          <a:p>
            <a:pPr lvl="2"/>
            <a:r>
              <a:rPr lang="ja-JP" altLang="en-US"/>
              <a:t>参数是一个选择器（</a:t>
            </a:r>
            <a:r>
              <a:rPr lang="en-US" altLang="ja-JP"/>
              <a:t>selector</a:t>
            </a:r>
            <a:r>
              <a:rPr lang="ja-JP" altLang="en-US"/>
              <a:t>）：从状态中选择你需要的部分</a:t>
            </a:r>
            <a:endParaRPr lang="en-US" altLang="ja-JP"/>
          </a:p>
          <a:p>
            <a:pPr lvl="2"/>
            <a:r>
              <a:rPr lang="ja-JP" altLang="en-US"/>
              <a:t>组件会订阅这部分状态，变化时自动更新组件</a:t>
            </a:r>
            <a:endParaRPr lang="ja-JP" altLang="en-US"/>
          </a:p>
          <a:p>
            <a:endParaRPr lang="en-US" altLang="ja-JP"/>
          </a:p>
          <a:p>
            <a:pPr lvl="1"/>
            <a:r>
              <a:rPr lang="ja-JP" altLang="en-US"/>
              <a:t>为什么要多次调用</a:t>
            </a:r>
            <a:r>
              <a:rPr lang="en-US" altLang="ja-JP"/>
              <a:t> useCounterStore(...)</a:t>
            </a:r>
            <a:r>
              <a:rPr lang="ja-JP" altLang="en-US"/>
              <a:t>？</a:t>
            </a:r>
            <a:endParaRPr lang="ja-JP" altLang="en-US"/>
          </a:p>
          <a:p>
            <a:pPr lvl="2"/>
            <a:r>
              <a:rPr lang="ja-JP" altLang="en-US"/>
              <a:t>每次选择不同的字段，避免不必要的重渲染（官方推荐）</a:t>
            </a:r>
            <a:endParaRPr lang="ja-JP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958080"/>
          </a:xfrm>
        </p:spPr>
        <p:txBody>
          <a:bodyPr>
            <a:normAutofit fontScale="60000"/>
          </a:bodyPr>
          <a:p>
            <a:r>
              <a:rPr lang="ja-JP" altLang="en-US"/>
              <a:t>异步操作支持</a:t>
            </a:r>
            <a:endParaRPr lang="ja-JP" altLang="en-US"/>
          </a:p>
          <a:p>
            <a:pPr lvl="1"/>
            <a:r>
              <a:rPr lang="ja-JP" altLang="en-US"/>
              <a:t>你可以在</a:t>
            </a:r>
            <a:r>
              <a:rPr lang="en-US" altLang="ja-JP"/>
              <a:t> store </a:t>
            </a:r>
            <a:r>
              <a:rPr lang="ja-JP" altLang="en-US"/>
              <a:t>中直接写</a:t>
            </a:r>
            <a:r>
              <a:rPr lang="en-US" altLang="ja-JP"/>
              <a:t> async </a:t>
            </a:r>
            <a:r>
              <a:rPr lang="ja-JP" altLang="en-US"/>
              <a:t>函数！</a:t>
            </a:r>
            <a:endParaRPr lang="ja-JP" altLang="en-US"/>
          </a:p>
          <a:p>
            <a:pPr lvl="2"/>
            <a:r>
              <a:rPr lang="en-US" altLang="ja-JP"/>
              <a:t>// store/userStore.js</a:t>
            </a:r>
            <a:endParaRPr lang="en-US" altLang="ja-JP"/>
          </a:p>
          <a:p>
            <a:pPr lvl="2"/>
            <a:r>
              <a:rPr lang="en-US" altLang="ja-JP"/>
              <a:t>import { create } from 'zustand';</a:t>
            </a:r>
            <a:endParaRPr lang="en-US" altLang="ja-JP"/>
          </a:p>
          <a:p>
            <a:pPr lvl="2"/>
            <a:r>
              <a:rPr lang="en-US" altLang="ja-JP"/>
              <a:t>const useUserStore = create((set) =&gt; ({</a:t>
            </a:r>
            <a:endParaRPr lang="en-US" altLang="ja-JP"/>
          </a:p>
          <a:p>
            <a:pPr lvl="2"/>
            <a:r>
              <a:rPr lang="en-US" altLang="ja-JP"/>
              <a:t>  user: null,</a:t>
            </a:r>
            <a:endParaRPr lang="en-US" altLang="ja-JP"/>
          </a:p>
          <a:p>
            <a:pPr lvl="2"/>
            <a:r>
              <a:rPr lang="en-US" altLang="ja-JP"/>
              <a:t>  loading: false,</a:t>
            </a:r>
            <a:endParaRPr lang="en-US" altLang="ja-JP"/>
          </a:p>
          <a:p>
            <a:pPr lvl="2"/>
            <a:r>
              <a:rPr lang="en-US" altLang="ja-JP"/>
              <a:t>  error: null,</a:t>
            </a:r>
            <a:endParaRPr lang="en-US" altLang="ja-JP"/>
          </a:p>
          <a:p>
            <a:pPr lvl="2"/>
            <a:r>
              <a:rPr lang="en-US" altLang="ja-JP"/>
              <a:t>  fetchUser: async (id) =&gt; {</a:t>
            </a:r>
            <a:endParaRPr lang="en-US" altLang="ja-JP"/>
          </a:p>
          <a:p>
            <a:pPr lvl="2"/>
            <a:r>
              <a:rPr lang="en-US" altLang="ja-JP"/>
              <a:t>    set({ loading: true, error: null });</a:t>
            </a:r>
            <a:endParaRPr lang="en-US" altLang="ja-JP"/>
          </a:p>
          <a:p>
            <a:pPr lvl="2"/>
            <a:r>
              <a:rPr lang="en-US" altLang="ja-JP"/>
              <a:t>    try {</a:t>
            </a:r>
            <a:endParaRPr lang="en-US" altLang="ja-JP"/>
          </a:p>
          <a:p>
            <a:pPr lvl="2"/>
            <a:r>
              <a:rPr lang="en-US" altLang="ja-JP"/>
              <a:t>      const res = await fetch(`/api/users/${id}`);</a:t>
            </a:r>
            <a:endParaRPr lang="en-US" altLang="ja-JP"/>
          </a:p>
          <a:p>
            <a:pPr lvl="2"/>
            <a:r>
              <a:rPr lang="en-US" altLang="ja-JP"/>
              <a:t>      const data = await res.json();</a:t>
            </a:r>
            <a:endParaRPr lang="en-US" altLang="ja-JP"/>
          </a:p>
          <a:p>
            <a:pPr lvl="2"/>
            <a:r>
              <a:rPr lang="en-US" altLang="ja-JP"/>
              <a:t>      set({ user: data, loading: false });</a:t>
            </a:r>
            <a:endParaRPr lang="en-US" altLang="ja-JP"/>
          </a:p>
          <a:p>
            <a:pPr lvl="2"/>
            <a:r>
              <a:rPr lang="en-US" altLang="ja-JP"/>
              <a:t>    } catch (err) {</a:t>
            </a:r>
            <a:endParaRPr lang="en-US" altLang="ja-JP"/>
          </a:p>
          <a:p>
            <a:pPr lvl="2"/>
            <a:r>
              <a:rPr lang="en-US" altLang="ja-JP"/>
              <a:t>      set({ error: err.message, loading: false });</a:t>
            </a:r>
            <a:endParaRPr lang="en-US" altLang="ja-JP"/>
          </a:p>
          <a:p>
            <a:pPr lvl="2"/>
            <a:r>
              <a:rPr lang="en-US" altLang="ja-JP"/>
              <a:t>    }</a:t>
            </a:r>
            <a:endParaRPr lang="en-US" altLang="ja-JP"/>
          </a:p>
          <a:p>
            <a:pPr lvl="2"/>
            <a:r>
              <a:rPr lang="en-US" altLang="ja-JP"/>
              <a:t>  }</a:t>
            </a:r>
            <a:endParaRPr lang="en-US" altLang="ja-JP"/>
          </a:p>
          <a:p>
            <a:pPr lvl="2"/>
            <a:r>
              <a:rPr lang="en-US" altLang="ja-JP"/>
              <a:t>}));</a:t>
            </a:r>
            <a:endParaRPr lang="en-US" altLang="ja-JP"/>
          </a:p>
          <a:p>
            <a:pPr lvl="2"/>
            <a:endParaRPr lang="en-US" altLang="ja-JP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7415"/>
          </a:xfrm>
        </p:spPr>
        <p:txBody>
          <a:bodyPr>
            <a:normAutofit fontScale="55000"/>
          </a:bodyPr>
          <a:p>
            <a:pPr lvl="0"/>
            <a:r>
              <a:rPr lang="ja-JP" altLang="en-US"/>
              <a:t>状态使用方式</a:t>
            </a:r>
            <a:endParaRPr lang="ja-JP" altLang="en-US"/>
          </a:p>
          <a:p>
            <a:pPr lvl="1"/>
            <a:r>
              <a:rPr lang="en-US" altLang="ja-JP"/>
              <a:t>import useUserStore from './store/userStore';</a:t>
            </a:r>
            <a:endParaRPr lang="en-US" altLang="ja-JP"/>
          </a:p>
          <a:p>
            <a:pPr lvl="1"/>
            <a:r>
              <a:rPr lang="en-US" altLang="ja-JP"/>
              <a:t>function UserInfo({ id }) {</a:t>
            </a:r>
            <a:endParaRPr lang="en-US" altLang="ja-JP"/>
          </a:p>
          <a:p>
            <a:pPr lvl="1"/>
            <a:r>
              <a:rPr lang="en-US" altLang="ja-JP"/>
              <a:t>  const { user, loading, error, fetchUser } = useUserStore();</a:t>
            </a:r>
            <a:endParaRPr lang="en-US" altLang="ja-JP"/>
          </a:p>
          <a:p>
            <a:pPr lvl="1"/>
            <a:r>
              <a:rPr lang="en-US" altLang="ja-JP"/>
              <a:t>  useEffect(() =&gt; {</a:t>
            </a:r>
            <a:endParaRPr lang="en-US" altLang="ja-JP"/>
          </a:p>
          <a:p>
            <a:pPr lvl="1"/>
            <a:r>
              <a:rPr lang="en-US" altLang="ja-JP"/>
              <a:t>    fetchUser(id);</a:t>
            </a:r>
            <a:endParaRPr lang="en-US" altLang="ja-JP"/>
          </a:p>
          <a:p>
            <a:pPr lvl="1"/>
            <a:r>
              <a:rPr lang="en-US" altLang="ja-JP"/>
              <a:t>  }, [id]);</a:t>
            </a:r>
            <a:endParaRPr lang="en-US" altLang="ja-JP"/>
          </a:p>
          <a:p>
            <a:pPr lvl="1"/>
            <a:r>
              <a:rPr lang="en-US" altLang="ja-JP"/>
              <a:t>  if (loading) return &lt;div&gt;</a:t>
            </a:r>
            <a:r>
              <a:rPr lang="ja-JP" altLang="en-US"/>
              <a:t>加载中</a:t>
            </a:r>
            <a:r>
              <a:rPr lang="en-US" altLang="ja-JP"/>
              <a:t>...&lt;/div&gt;;</a:t>
            </a:r>
            <a:endParaRPr lang="en-US" altLang="ja-JP"/>
          </a:p>
          <a:p>
            <a:pPr lvl="1"/>
            <a:r>
              <a:rPr lang="en-US" altLang="ja-JP"/>
              <a:t>  if (error) return &lt;div&gt;</a:t>
            </a:r>
            <a:r>
              <a:rPr lang="ja-JP" altLang="en-US"/>
              <a:t>出错了：</a:t>
            </a:r>
            <a:r>
              <a:rPr lang="en-US" altLang="ja-JP"/>
              <a:t>{error}&lt;/div&gt;;</a:t>
            </a:r>
            <a:endParaRPr lang="en-US" altLang="ja-JP"/>
          </a:p>
          <a:p>
            <a:pPr lvl="1"/>
            <a:r>
              <a:rPr lang="en-US" altLang="ja-JP"/>
              <a:t>  if (!user) return &lt;div&gt;</a:t>
            </a:r>
            <a:r>
              <a:rPr lang="ja-JP" altLang="en-US"/>
              <a:t>暂无用户信息</a:t>
            </a:r>
            <a:r>
              <a:rPr lang="en-US" altLang="ja-JP"/>
              <a:t>&lt;/div&gt;;</a:t>
            </a:r>
            <a:endParaRPr lang="en-US" altLang="ja-JP"/>
          </a:p>
          <a:p>
            <a:pPr lvl="1"/>
            <a:r>
              <a:rPr lang="en-US" altLang="ja-JP"/>
              <a:t>  return (</a:t>
            </a:r>
            <a:endParaRPr lang="en-US" altLang="ja-JP"/>
          </a:p>
          <a:p>
            <a:pPr lvl="1"/>
            <a:r>
              <a:rPr lang="en-US" altLang="ja-JP"/>
              <a:t>    &lt;div&gt;</a:t>
            </a:r>
            <a:endParaRPr lang="en-US" altLang="ja-JP"/>
          </a:p>
          <a:p>
            <a:pPr lvl="1"/>
            <a:r>
              <a:rPr lang="en-US" altLang="ja-JP"/>
              <a:t>      &lt;h3&gt;{user.name}&lt;/h3&gt;</a:t>
            </a:r>
            <a:endParaRPr lang="en-US" altLang="ja-JP"/>
          </a:p>
          <a:p>
            <a:pPr lvl="1"/>
            <a:r>
              <a:rPr lang="en-US" altLang="ja-JP"/>
              <a:t>      &lt;p&gt;{user.email}&lt;/p&gt;</a:t>
            </a:r>
            <a:endParaRPr lang="en-US" altLang="ja-JP"/>
          </a:p>
          <a:p>
            <a:pPr lvl="1"/>
            <a:r>
              <a:rPr lang="en-US" altLang="ja-JP"/>
              <a:t>    &lt;/div&gt;</a:t>
            </a:r>
            <a:endParaRPr lang="en-US" altLang="ja-JP"/>
          </a:p>
          <a:p>
            <a:pPr lvl="1"/>
            <a:r>
              <a:rPr lang="en-US" altLang="ja-JP"/>
              <a:t>  );</a:t>
            </a:r>
            <a:endParaRPr lang="en-US" altLang="ja-JP"/>
          </a:p>
          <a:p>
            <a:pPr lvl="1"/>
            <a:r>
              <a:rPr lang="en-US" altLang="ja-JP"/>
              <a:t>}</a:t>
            </a:r>
            <a:endParaRPr lang="en-US" altLang="ja-JP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什么是</a:t>
            </a:r>
            <a:r>
              <a:rPr lang="en-US" altLang="ja-JP"/>
              <a:t> Zustand </a:t>
            </a:r>
            <a:r>
              <a:rPr lang="ja-JP" altLang="en-US"/>
              <a:t>的状态持久化（</a:t>
            </a:r>
            <a:r>
              <a:rPr lang="en-US" altLang="ja-JP"/>
              <a:t>Persist</a:t>
            </a:r>
            <a:r>
              <a:rPr lang="ja-JP" altLang="en-US"/>
              <a:t>）？</a:t>
            </a:r>
            <a:endParaRPr lang="ja-JP" altLang="en-US"/>
          </a:p>
          <a:p>
            <a:pPr lvl="1"/>
            <a:r>
              <a:rPr lang="ja-JP" altLang="en-US"/>
              <a:t>持久化（</a:t>
            </a:r>
            <a:r>
              <a:rPr lang="en-US" altLang="ja-JP"/>
              <a:t>Persist</a:t>
            </a:r>
            <a:r>
              <a:rPr lang="ja-JP" altLang="en-US"/>
              <a:t>）是指：将状态保存到本地存储（如</a:t>
            </a:r>
            <a:r>
              <a:rPr lang="en-US" altLang="ja-JP"/>
              <a:t> localStorage</a:t>
            </a:r>
            <a:r>
              <a:rPr lang="ja-JP" altLang="en-US"/>
              <a:t>、</a:t>
            </a:r>
            <a:r>
              <a:rPr lang="en-US" altLang="ja-JP"/>
              <a:t>sessionStorage</a:t>
            </a:r>
            <a:r>
              <a:rPr lang="ja-JP" altLang="en-US"/>
              <a:t>）中，即使刷新页面或关闭浏览器，状态仍然可以自动恢复。</a:t>
            </a:r>
            <a:endParaRPr lang="ja-JP" altLang="en-US"/>
          </a:p>
          <a:p>
            <a:endParaRPr lang="en-US" altLang="ja-JP"/>
          </a:p>
          <a:p>
            <a:pPr lvl="1"/>
            <a:r>
              <a:rPr lang="en-US" altLang="ja-JP"/>
              <a:t>Zustand </a:t>
            </a:r>
            <a:r>
              <a:rPr lang="ja-JP" altLang="en-US"/>
              <a:t>提供了一个官方中间件</a:t>
            </a:r>
            <a:r>
              <a:rPr lang="en-US" altLang="ja-JP"/>
              <a:t> persist</a:t>
            </a:r>
            <a:r>
              <a:rPr lang="ja-JP" altLang="en-US"/>
              <a:t>，用于自动持久化你的</a:t>
            </a:r>
            <a:r>
              <a:rPr lang="en-US" altLang="ja-JP"/>
              <a:t> store</a:t>
            </a:r>
            <a:r>
              <a:rPr lang="ja-JP" altLang="en-US"/>
              <a:t>。</a:t>
            </a:r>
            <a:endParaRPr lang="ja-JP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ja-JP" altLang="en-US"/>
              <a:t>状态持久化（可选）</a:t>
            </a:r>
            <a:endParaRPr lang="ja-JP" altLang="en-US"/>
          </a:p>
          <a:p>
            <a:r>
              <a:rPr lang="en-US" altLang="ja-JP"/>
              <a:t>Zustand </a:t>
            </a:r>
            <a:r>
              <a:rPr lang="ja-JP" altLang="en-US"/>
              <a:t>支持自动保存状态到</a:t>
            </a:r>
            <a:r>
              <a:rPr lang="en-US" altLang="ja-JP"/>
              <a:t> localStorage</a:t>
            </a:r>
            <a:endParaRPr lang="en-US" altLang="ja-JP"/>
          </a:p>
          <a:p>
            <a:pPr lvl="1"/>
            <a:r>
              <a:rPr lang="en-US" altLang="ja-JP"/>
              <a:t>import { create } from 'zustand';</a:t>
            </a:r>
            <a:endParaRPr lang="en-US" altLang="ja-JP"/>
          </a:p>
          <a:p>
            <a:pPr lvl="1"/>
            <a:r>
              <a:rPr lang="en-US" altLang="ja-JP"/>
              <a:t>import { persist } from 'zustand/middleware';</a:t>
            </a:r>
            <a:endParaRPr lang="en-US" altLang="ja-JP"/>
          </a:p>
          <a:p>
            <a:pPr lvl="1"/>
            <a:endParaRPr lang="en-US" altLang="ja-JP"/>
          </a:p>
          <a:p>
            <a:pPr lvl="1"/>
            <a:r>
              <a:rPr lang="en-US" altLang="ja-JP"/>
              <a:t>const useStore = create(</a:t>
            </a:r>
            <a:endParaRPr lang="en-US" altLang="ja-JP"/>
          </a:p>
          <a:p>
            <a:pPr lvl="2"/>
            <a:r>
              <a:rPr lang="en-US" altLang="ja-JP"/>
              <a:t>persist(</a:t>
            </a:r>
            <a:endParaRPr lang="en-US" altLang="ja-JP"/>
          </a:p>
          <a:p>
            <a:pPr lvl="2"/>
            <a:r>
              <a:rPr lang="en-US" altLang="ja-JP"/>
              <a:t>  (set) =&gt; ({</a:t>
            </a:r>
            <a:endParaRPr lang="en-US" altLang="ja-JP"/>
          </a:p>
          <a:p>
            <a:pPr lvl="2"/>
            <a:r>
              <a:rPr lang="en-US" altLang="ja-JP"/>
              <a:t>    count: 0,</a:t>
            </a:r>
            <a:endParaRPr lang="en-US" altLang="ja-JP"/>
          </a:p>
          <a:p>
            <a:pPr lvl="2"/>
            <a:r>
              <a:rPr lang="en-US" altLang="ja-JP"/>
              <a:t>    increment: () =&gt; set((state) =&gt; ({ count: state.count + 1 }))</a:t>
            </a:r>
            <a:endParaRPr lang="en-US" altLang="ja-JP"/>
          </a:p>
          <a:p>
            <a:pPr lvl="2"/>
            <a:r>
              <a:rPr lang="en-US" altLang="ja-JP"/>
              <a:t>  }</a:t>
            </a:r>
            <a:endParaRPr lang="en-US" altLang="ja-JP"/>
          </a:p>
          <a:p>
            <a:pPr lvl="2"/>
            <a:r>
              <a:rPr lang="en-US" altLang="ja-JP"/>
              <a:t>),</a:t>
            </a:r>
            <a:endParaRPr lang="en-US" altLang="ja-JP"/>
          </a:p>
          <a:p>
            <a:pPr lvl="2"/>
            <a:endParaRPr lang="en-US" altLang="ja-JP"/>
          </a:p>
          <a:p>
            <a:pPr lvl="2"/>
            <a:r>
              <a:rPr lang="en-US" altLang="ja-JP"/>
              <a:t>  {</a:t>
            </a:r>
            <a:endParaRPr lang="en-US" altLang="ja-JP"/>
          </a:p>
          <a:p>
            <a:pPr lvl="2"/>
            <a:r>
              <a:rPr lang="en-US" altLang="ja-JP"/>
              <a:t>    name: 'counter-storage', // localStorage </a:t>
            </a:r>
            <a:r>
              <a:rPr lang="ja-JP" altLang="en-US"/>
              <a:t>中的</a:t>
            </a:r>
            <a:r>
              <a:rPr lang="en-US" altLang="ja-JP"/>
              <a:t> key</a:t>
            </a:r>
            <a:endParaRPr lang="en-US" altLang="ja-JP"/>
          </a:p>
          <a:p>
            <a:pPr lvl="2"/>
            <a:r>
              <a:rPr lang="en-US" altLang="ja-JP"/>
              <a:t>  }</a:t>
            </a:r>
            <a:endParaRPr lang="en-US" altLang="ja-JP"/>
          </a:p>
          <a:p>
            <a:pPr lvl="2"/>
            <a:r>
              <a:rPr lang="en-US" altLang="ja-JP"/>
              <a:t>)</a:t>
            </a:r>
            <a:endParaRPr lang="en-US" altLang="ja-JP"/>
          </a:p>
          <a:p>
            <a:pPr lvl="1"/>
            <a:r>
              <a:rPr lang="en-US" altLang="ja-JP"/>
              <a:t>);</a:t>
            </a:r>
            <a:endParaRPr lang="en-US" altLang="ja-JP"/>
          </a:p>
          <a:p>
            <a:pPr lvl="1"/>
            <a:endParaRPr lang="en-US" altLang="ja-JP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ja-JP">
                <a:sym typeface="+mn-ea"/>
              </a:rPr>
              <a:t>Zustand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3460"/>
          </a:xfrm>
        </p:spPr>
        <p:txBody>
          <a:bodyPr>
            <a:normAutofit fontScale="70000"/>
          </a:bodyPr>
          <a:p>
            <a:r>
              <a:rPr lang="en-US" altLang="ja-JP"/>
              <a:t>persist(...) </a:t>
            </a:r>
            <a:r>
              <a:rPr lang="ja-JP" altLang="en-US"/>
              <a:t>是</a:t>
            </a:r>
            <a:r>
              <a:rPr lang="en-US" altLang="ja-JP"/>
              <a:t> Zustand </a:t>
            </a:r>
            <a:r>
              <a:rPr lang="ja-JP" altLang="en-US"/>
              <a:t>提供的持久化中间件</a:t>
            </a:r>
            <a:endParaRPr lang="ja-JP" altLang="en-US"/>
          </a:p>
          <a:p>
            <a:pPr lvl="1"/>
            <a:r>
              <a:rPr lang="en-US" altLang="ja-JP"/>
              <a:t>persist(</a:t>
            </a:r>
            <a:endParaRPr lang="en-US" altLang="ja-JP"/>
          </a:p>
          <a:p>
            <a:pPr lvl="1"/>
            <a:r>
              <a:rPr lang="en-US" altLang="ja-JP"/>
              <a:t>  storeFn,</a:t>
            </a:r>
            <a:endParaRPr lang="en-US" altLang="ja-JP"/>
          </a:p>
          <a:p>
            <a:pPr lvl="1"/>
            <a:r>
              <a:rPr lang="en-US" altLang="ja-JP"/>
              <a:t>  options</a:t>
            </a:r>
            <a:endParaRPr lang="en-US" altLang="ja-JP"/>
          </a:p>
          <a:p>
            <a:pPr lvl="1"/>
            <a:r>
              <a:rPr lang="en-US" altLang="ja-JP"/>
              <a:t>)</a:t>
            </a:r>
            <a:endParaRPr lang="en-US" altLang="ja-JP"/>
          </a:p>
          <a:p>
            <a:pPr lvl="0"/>
            <a:r>
              <a:rPr lang="en-US" altLang="ja-JP"/>
              <a:t>storeFn</a:t>
            </a:r>
            <a:r>
              <a:rPr lang="ja-JP" altLang="en-US"/>
              <a:t>：定义</a:t>
            </a:r>
            <a:r>
              <a:rPr lang="en-US" altLang="ja-JP"/>
              <a:t> store </a:t>
            </a:r>
            <a:r>
              <a:rPr lang="ja-JP" altLang="en-US"/>
              <a:t>的函数，和你平时写的一样</a:t>
            </a:r>
            <a:endParaRPr lang="en-US" altLang="ja-JP"/>
          </a:p>
          <a:p>
            <a:pPr lvl="0"/>
            <a:r>
              <a:rPr lang="en-US" altLang="ja-JP"/>
              <a:t>options</a:t>
            </a:r>
            <a:r>
              <a:rPr lang="ja-JP" altLang="en-US"/>
              <a:t>：配置项，例如</a:t>
            </a:r>
            <a:endParaRPr lang="en-US" altLang="ja-JP"/>
          </a:p>
          <a:p>
            <a:pPr lvl="1"/>
            <a:r>
              <a:rPr lang="en-US" altLang="ja-JP"/>
              <a:t>name: </a:t>
            </a:r>
            <a:r>
              <a:rPr lang="ja-JP" altLang="en-US"/>
              <a:t>保存状态的</a:t>
            </a:r>
            <a:r>
              <a:rPr lang="en-US" altLang="ja-JP"/>
              <a:t> key</a:t>
            </a:r>
            <a:r>
              <a:rPr lang="ja-JP" altLang="en-US"/>
              <a:t>（必须）</a:t>
            </a:r>
            <a:endParaRPr lang="en-US" altLang="ja-JP"/>
          </a:p>
          <a:p>
            <a:pPr lvl="1"/>
            <a:r>
              <a:rPr lang="en-US" altLang="ja-JP"/>
              <a:t>storage: </a:t>
            </a:r>
            <a:r>
              <a:rPr lang="ja-JP" altLang="en-US"/>
              <a:t>存储方式（默认是</a:t>
            </a:r>
            <a:r>
              <a:rPr lang="en-US" altLang="ja-JP"/>
              <a:t> localStorage</a:t>
            </a:r>
            <a:r>
              <a:rPr lang="ja-JP" altLang="en-US"/>
              <a:t>）</a:t>
            </a:r>
            <a:endParaRPr lang="en-US" altLang="ja-JP"/>
          </a:p>
          <a:p>
            <a:pPr lvl="1"/>
            <a:r>
              <a:rPr lang="en-US" altLang="ja-JP"/>
              <a:t>partialize: </a:t>
            </a:r>
            <a:r>
              <a:rPr lang="ja-JP" altLang="en-US"/>
              <a:t>选择性持久化部分字段</a:t>
            </a:r>
            <a:r>
              <a:rPr lang="en-US" altLang="ja-JP"/>
              <a:t>      partialize: (state) =&gt; ({ count: state.count })</a:t>
            </a:r>
            <a:endParaRPr lang="en-US" altLang="ja-JP"/>
          </a:p>
          <a:p>
            <a:pPr lvl="1"/>
            <a:r>
              <a:rPr lang="en-US" altLang="ja-JP"/>
              <a:t>version: </a:t>
            </a:r>
            <a:r>
              <a:rPr lang="ja-JP" altLang="en-US"/>
              <a:t>用于状态版本升级处理</a:t>
            </a:r>
            <a:endParaRPr lang="ja-JP" altLang="en-US"/>
          </a:p>
          <a:p>
            <a:pPr lvl="0"/>
            <a:r>
              <a:rPr lang="ja-JP" altLang="en-US"/>
              <a:t>实际</a:t>
            </a:r>
            <a:r>
              <a:rPr lang="en-US" altLang="ja-JP"/>
              <a:t> localStorage </a:t>
            </a:r>
            <a:r>
              <a:rPr lang="ja-JP" altLang="en-US"/>
              <a:t>中存储的内容</a:t>
            </a:r>
            <a:endParaRPr lang="ja-JP" altLang="en-US"/>
          </a:p>
          <a:p>
            <a:pPr lvl="1"/>
            <a:r>
              <a:rPr lang="en-US" altLang="ja-JP"/>
              <a:t>localStorage.getItem('counter-storage');</a:t>
            </a:r>
            <a:endParaRPr lang="en-US" altLang="ja-JP"/>
          </a:p>
          <a:p>
            <a:pPr lvl="1"/>
            <a:r>
              <a:rPr lang="en-US" altLang="ja-JP"/>
              <a:t>{  "state": { "count": 3}, "version": 0}</a:t>
            </a:r>
            <a:endParaRPr lang="en-US" altLang="ja-JP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280"/>
  <p:tag name="TABLE_ENDDRAG_RECT" val="67*28*825*280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11209</Words>
  <Application>WPS Slides</Application>
  <PresentationFormat>宽屏</PresentationFormat>
  <Paragraphs>570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</vt:lpstr>
      <vt:lpstr>ＭＳ Ｐゴシック</vt:lpstr>
      <vt:lpstr>Wingdings</vt:lpstr>
      <vt:lpstr>Microsoft YaHei</vt:lpstr>
      <vt:lpstr>Arial Black</vt:lpstr>
      <vt:lpstr>ＭＳ Ｐゴシック</vt:lpstr>
      <vt:lpstr>Arial Unicode MS</vt:lpstr>
      <vt:lpstr>ＭＳ ゴシック</vt:lpstr>
      <vt:lpstr>Calibri</vt:lpstr>
      <vt:lpstr>SimSun</vt:lpstr>
      <vt:lpstr>SimHei</vt:lpstr>
      <vt:lpstr>WPS​​</vt:lpstr>
      <vt:lpstr>状态管理</vt:lpstr>
      <vt:lpstr>Redux</vt:lpstr>
      <vt:lpstr>非React的redux使用</vt:lpstr>
      <vt:lpstr>Redux</vt:lpstr>
      <vt:lpstr>Redux 流程图解</vt:lpstr>
      <vt:lpstr>Redux</vt:lpstr>
      <vt:lpstr>Redux</vt:lpstr>
      <vt:lpstr>PowerPoint 演示文稿</vt:lpstr>
      <vt:lpstr>react中使用Redux和React-Redux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Redux Toolkit</vt:lpstr>
      <vt:lpstr>Redux Toolkit</vt:lpstr>
      <vt:lpstr>Redux Toolkit</vt:lpstr>
      <vt:lpstr>Redux Toolkit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Zustand</vt:lpstr>
      <vt:lpstr>Zustand </vt:lpstr>
      <vt:lpstr>Zustand</vt:lpstr>
      <vt:lpstr>Zustand</vt:lpstr>
      <vt:lpstr>Zustand</vt:lpstr>
      <vt:lpstr>Zustand</vt:lpstr>
      <vt:lpstr>Zustand</vt:lpstr>
      <vt:lpstr>Zustand</vt:lpstr>
      <vt:lpstr>Zustand</vt:lpstr>
      <vt:lpstr>Zustand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状态管理</dc:title>
  <dc:creator/>
  <cp:lastModifiedBy>compu</cp:lastModifiedBy>
  <cp:revision>8</cp:revision>
  <dcterms:created xsi:type="dcterms:W3CDTF">2025-07-03T02:03:00Z</dcterms:created>
  <dcterms:modified xsi:type="dcterms:W3CDTF">2026-02-02T06:30:06Z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1041-12.2.0.23131</vt:lpwstr>
  </property>
  <property fmtid="{D5CDD505-2E9C-101B-9397-08002B2CF9AE}" pid="3" name="ICV">
    <vt:lpwstr>6ACF7F072F7449EB95A7447DA0DAAC6C_11</vt:lpwstr>
  </property>
</Properties>
</file>