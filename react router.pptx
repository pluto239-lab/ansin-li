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8"/>
  </p:handoutMasterIdLst>
  <p:sldIdLst>
    <p:sldId id="256" r:id="rId3"/>
    <p:sldId id="257" r:id="rId5"/>
    <p:sldId id="258" r:id="rId6"/>
    <p:sldId id="259" r:id="rId7"/>
    <p:sldId id="260" r:id="rId8"/>
    <p:sldId id="261" r:id="rId9"/>
    <p:sldId id="301" r:id="rId10"/>
    <p:sldId id="262" r:id="rId11"/>
    <p:sldId id="263" r:id="rId12"/>
    <p:sldId id="264" r:id="rId13"/>
    <p:sldId id="265" r:id="rId14"/>
    <p:sldId id="266" r:id="rId15"/>
    <p:sldId id="279" r:id="rId16"/>
    <p:sldId id="280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2" r:id="rId50"/>
    <p:sldId id="303" r:id="rId51"/>
    <p:sldId id="304" r:id="rId52"/>
    <p:sldId id="308" r:id="rId53"/>
    <p:sldId id="305" r:id="rId54"/>
    <p:sldId id="306" r:id="rId55"/>
    <p:sldId id="307" r:id="rId56"/>
    <p:sldId id="309" r:id="rId5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イメージプレースホルダ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字列プレースホルダ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ja-JP"/>
              <a:t>マスター タイトルの書式設定</a:t>
            </a:r>
            <a:endParaRPr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>
            <a:lvl1pPr marL="228600" indent="-228600">
              <a:defRPr kumimoji="1" lang="ja-JP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kumimoji="1" lang="ja-JP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kumimoji="1" lang="ja-JP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defRPr kumimoji="1" lang="ja-JP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ja-JP" altLang="en-US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20574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フッター</a:t>
            </a:r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kumimoji="1" lang="en-US" altLang="ja-JP" dirty="0"/>
              <a:t>react</a:t>
            </a:r>
            <a:r>
              <a:rPr kumimoji="1" lang="ja-JP" altLang="ja-JP" dirty="0"/>
              <a:t> </a:t>
            </a:r>
            <a:r>
              <a:rPr kumimoji="1" lang="en-US" altLang="ja-JP" dirty="0"/>
              <a:t>router</a:t>
            </a:r>
            <a:endParaRPr kumimoji="1" lang="en-US" altLang="ja-JP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React Router</a:t>
            </a:r>
            <a:r>
              <a:rPr lang="zh-CN" altLang="en-US"/>
              <a:t>概念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ja-JP"/>
              <a:t>React Router </a:t>
            </a:r>
            <a:r>
              <a:rPr lang="ja-JP" altLang="en-US"/>
              <a:t>是专门为</a:t>
            </a:r>
            <a:r>
              <a:rPr lang="en-US" altLang="ja-JP"/>
              <a:t> React </a:t>
            </a:r>
            <a:r>
              <a:rPr lang="ja-JP" altLang="en-US"/>
              <a:t>应用设计的路由管理库，帮助在单页面应用（</a:t>
            </a:r>
            <a:r>
              <a:rPr lang="en-US" altLang="ja-JP"/>
              <a:t>SPA</a:t>
            </a:r>
            <a:r>
              <a:rPr lang="ja-JP" altLang="en-US"/>
              <a:t>）中实现多个</a:t>
            </a:r>
            <a:r>
              <a:rPr lang="en-US" altLang="ja-JP"/>
              <a:t>“</a:t>
            </a:r>
            <a:r>
              <a:rPr lang="ja-JP" altLang="en-US"/>
              <a:t>页面</a:t>
            </a:r>
            <a:r>
              <a:rPr lang="en-US" altLang="ja-JP"/>
              <a:t>”</a:t>
            </a:r>
            <a:r>
              <a:rPr lang="ja-JP" altLang="en-US"/>
              <a:t>的切换和访问控制，而不需要实际跳转到新的</a:t>
            </a:r>
            <a:r>
              <a:rPr lang="en-US" altLang="ja-JP"/>
              <a:t> HTML </a:t>
            </a:r>
            <a:r>
              <a:rPr lang="ja-JP" altLang="en-US"/>
              <a:t>文件。</a:t>
            </a:r>
            <a:endParaRPr lang="ja-JP" altLang="en-US"/>
          </a:p>
          <a:p>
            <a:r>
              <a:rPr lang="ja-JP" altLang="en-US"/>
              <a:t>它解决的问题包括：</a:t>
            </a:r>
            <a:endParaRPr lang="ja-JP" altLang="en-US"/>
          </a:p>
          <a:p>
            <a:pPr lvl="1"/>
            <a:r>
              <a:rPr lang="ja-JP" altLang="en-US"/>
              <a:t>如何根据</a:t>
            </a:r>
            <a:r>
              <a:rPr lang="en-US" altLang="ja-JP"/>
              <a:t> URL </a:t>
            </a:r>
            <a:r>
              <a:rPr lang="ja-JP" altLang="en-US"/>
              <a:t>显示不同的组件视图；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ja-JP" altLang="en-US"/>
              <a:t>如何实现嵌套路由、动态参数、重定向等；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ja-JP" altLang="en-US"/>
              <a:t>如何在前端模拟</a:t>
            </a:r>
            <a:r>
              <a:rPr lang="en-US" altLang="ja-JP"/>
              <a:t>“</a:t>
            </a:r>
            <a:r>
              <a:rPr lang="ja-JP" altLang="en-US"/>
              <a:t>页面跳转</a:t>
            </a:r>
            <a:r>
              <a:rPr lang="en-US" altLang="ja-JP"/>
              <a:t>”</a:t>
            </a:r>
            <a:r>
              <a:rPr lang="ja-JP" altLang="en-US"/>
              <a:t>而不刷新浏览器；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ja-JP" altLang="en-US"/>
              <a:t>如何管理导航逻辑和用户权限等。</a:t>
            </a:r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ja-JP"/>
              <a:t>什么是</a:t>
            </a:r>
            <a:r>
              <a:rPr lang="en-US" altLang="zh-CN"/>
              <a:t>SPA</a:t>
            </a:r>
            <a:endParaRPr lang="en-US" altLang="zh-CN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ja-JP" altLang="en-US"/>
              <a:t>单页面应用（</a:t>
            </a:r>
            <a:r>
              <a:rPr lang="en-US" altLang="ja-JP"/>
              <a:t>SPA</a:t>
            </a:r>
            <a:r>
              <a:rPr lang="ja-JP" altLang="en-US"/>
              <a:t>，</a:t>
            </a:r>
            <a:r>
              <a:rPr lang="en-US" altLang="ja-JP"/>
              <a:t>Single Page Application</a:t>
            </a:r>
            <a:r>
              <a:rPr lang="ja-JP" altLang="en-US"/>
              <a:t>）是一种</a:t>
            </a:r>
            <a:r>
              <a:rPr lang="en-US" altLang="ja-JP"/>
              <a:t> </a:t>
            </a:r>
            <a:r>
              <a:rPr lang="ja-JP" altLang="en-US"/>
              <a:t>网页应用程序架构，</a:t>
            </a:r>
            <a:endParaRPr lang="ja-JP" altLang="en-US"/>
          </a:p>
          <a:p>
            <a:r>
              <a:rPr lang="ja-JP" altLang="en-US"/>
              <a:t>其核心特点是：</a:t>
            </a:r>
            <a:endParaRPr lang="ja-JP" altLang="en-US"/>
          </a:p>
          <a:p>
            <a:pPr lvl="1"/>
            <a:r>
              <a:rPr lang="ja-JP" altLang="en-US"/>
              <a:t>整个应用只加载一个</a:t>
            </a:r>
            <a:r>
              <a:rPr lang="en-US" altLang="ja-JP"/>
              <a:t> HTML </a:t>
            </a:r>
            <a:r>
              <a:rPr lang="ja-JP" altLang="en-US"/>
              <a:t>页面，后续用户与页面的交互通过</a:t>
            </a:r>
            <a:r>
              <a:rPr lang="en-US" altLang="ja-JP"/>
              <a:t> JavaScript </a:t>
            </a:r>
            <a:r>
              <a:rPr lang="ja-JP" altLang="en-US"/>
              <a:t>动态更新页面内容，而不再重新向服务器请求整个新页面。</a:t>
            </a:r>
            <a:endParaRPr lang="ja-JP" altLang="en-US"/>
          </a:p>
          <a:p>
            <a:pPr lvl="0"/>
            <a:r>
              <a:rPr lang="ja-JP" altLang="en-US"/>
              <a:t>特点总结：</a:t>
            </a:r>
            <a:endParaRPr lang="en-US" altLang="ja-JP"/>
          </a:p>
          <a:p>
            <a:pPr lvl="1"/>
            <a:r>
              <a:rPr lang="ja-JP" altLang="en-US"/>
              <a:t>初次访问时只加载一次</a:t>
            </a:r>
            <a:r>
              <a:rPr lang="en-US" altLang="ja-JP"/>
              <a:t> HTML</a:t>
            </a:r>
            <a:r>
              <a:rPr lang="ja-JP" altLang="en-US"/>
              <a:t>、</a:t>
            </a:r>
            <a:r>
              <a:rPr lang="en-US" altLang="ja-JP"/>
              <a:t>CSS</a:t>
            </a:r>
            <a:r>
              <a:rPr lang="ja-JP" altLang="en-US"/>
              <a:t>、</a:t>
            </a:r>
            <a:r>
              <a:rPr lang="en-US" altLang="ja-JP"/>
              <a:t>JS</a:t>
            </a:r>
            <a:r>
              <a:rPr lang="ja-JP" altLang="en-US"/>
              <a:t>。</a:t>
            </a:r>
            <a:endParaRPr lang="ja-JP" altLang="en-US"/>
          </a:p>
          <a:p>
            <a:pPr lvl="1"/>
            <a:r>
              <a:rPr lang="en-US" altLang="ja-JP"/>
              <a:t> </a:t>
            </a:r>
            <a:r>
              <a:rPr lang="ja-JP" altLang="en-US"/>
              <a:t>用户后续操作不会刷新整个页面。</a:t>
            </a:r>
            <a:endParaRPr lang="en-US" altLang="ja-JP"/>
          </a:p>
          <a:p>
            <a:pPr lvl="1"/>
            <a:r>
              <a:rPr lang="ja-JP" altLang="en-US"/>
              <a:t>页面之间的跳转由</a:t>
            </a:r>
            <a:r>
              <a:rPr lang="en-US" altLang="ja-JP"/>
              <a:t> JavaScript </a:t>
            </a:r>
            <a:r>
              <a:rPr lang="ja-JP" altLang="en-US"/>
              <a:t>控制（通常通过前端路由实现）。</a:t>
            </a:r>
            <a:endParaRPr lang="en-US" altLang="ja-JP"/>
          </a:p>
          <a:p>
            <a:pPr lvl="1"/>
            <a:r>
              <a:rPr lang="en-US" altLang="ja-JP"/>
              <a:t> </a:t>
            </a:r>
            <a:r>
              <a:rPr lang="ja-JP" altLang="en-US"/>
              <a:t>提升用户体验：页面切换更快、像原生应用。</a:t>
            </a:r>
            <a:endParaRPr lang="en-US" altLang="ja-JP"/>
          </a:p>
          <a:p>
            <a:pPr lvl="1"/>
            <a:r>
              <a:rPr lang="ja-JP" altLang="en-US"/>
              <a:t>缺点：首屏加载可能较慢；</a:t>
            </a:r>
            <a:r>
              <a:rPr lang="en-US" altLang="ja-JP"/>
              <a:t>SEO</a:t>
            </a:r>
            <a:r>
              <a:rPr lang="ja-JP" altLang="en-US"/>
              <a:t>（搜索引擎优化）难度较大。</a:t>
            </a:r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React </a:t>
            </a:r>
            <a:r>
              <a:rPr lang="ja-JP" altLang="en-US"/>
              <a:t>中的</a:t>
            </a:r>
            <a:r>
              <a:rPr lang="en-US" altLang="ja-JP"/>
              <a:t> SPA </a:t>
            </a:r>
            <a:r>
              <a:rPr lang="ja-JP" altLang="en-US"/>
              <a:t>是什么</a:t>
            </a:r>
            <a:r>
              <a:rPr lang="zh-CN" altLang="ja-JP"/>
              <a:t>？</a:t>
            </a:r>
            <a:endParaRPr lang="zh-CN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ja-JP" altLang="en-US"/>
              <a:t>在</a:t>
            </a:r>
            <a:r>
              <a:rPr lang="en-US" altLang="ja-JP"/>
              <a:t> React </a:t>
            </a:r>
            <a:r>
              <a:rPr lang="ja-JP" altLang="en-US"/>
              <a:t>中构建的</a:t>
            </a:r>
            <a:r>
              <a:rPr lang="en-US" altLang="ja-JP"/>
              <a:t> SPA</a:t>
            </a:r>
            <a:r>
              <a:rPr lang="ja-JP" altLang="en-US"/>
              <a:t>，通常指：</a:t>
            </a:r>
            <a:endParaRPr lang="en-US" altLang="ja-JP"/>
          </a:p>
          <a:p>
            <a:pPr lvl="1"/>
            <a:r>
              <a:rPr lang="ja-JP" altLang="en-US"/>
              <a:t>项目入口是</a:t>
            </a:r>
            <a:r>
              <a:rPr lang="en-US" altLang="ja-JP"/>
              <a:t> index.html</a:t>
            </a:r>
            <a:r>
              <a:rPr lang="ja-JP" altLang="en-US"/>
              <a:t>，加载一个</a:t>
            </a:r>
            <a:r>
              <a:rPr lang="en-US" altLang="ja-JP"/>
              <a:t> root </a:t>
            </a:r>
            <a:r>
              <a:rPr lang="ja-JP" altLang="en-US"/>
              <a:t>容器。</a:t>
            </a:r>
            <a:endParaRPr lang="en-US" altLang="ja-JP"/>
          </a:p>
          <a:p>
            <a:pPr lvl="1"/>
            <a:r>
              <a:rPr lang="en-US" altLang="ja-JP"/>
              <a:t>React </a:t>
            </a:r>
            <a:r>
              <a:rPr lang="ja-JP" altLang="en-US"/>
              <a:t>使用</a:t>
            </a:r>
            <a:r>
              <a:rPr lang="en-US" altLang="ja-JP"/>
              <a:t> ReactDOM.render() </a:t>
            </a:r>
            <a:r>
              <a:rPr lang="ja-JP" altLang="en-US"/>
              <a:t>或</a:t>
            </a:r>
            <a:r>
              <a:rPr lang="en-US" altLang="ja-JP"/>
              <a:t> createRoot() </a:t>
            </a:r>
            <a:r>
              <a:rPr lang="ja-JP" altLang="en-US"/>
              <a:t>把整个组件树渲染进去。</a:t>
            </a:r>
            <a:endParaRPr lang="en-US" altLang="ja-JP"/>
          </a:p>
          <a:p>
            <a:pPr lvl="1"/>
            <a:r>
              <a:rPr lang="ja-JP" altLang="en-US"/>
              <a:t>页面内容的切换由前端路由（如</a:t>
            </a:r>
            <a:r>
              <a:rPr lang="en-US" altLang="ja-JP"/>
              <a:t> React Router</a:t>
            </a:r>
            <a:r>
              <a:rPr lang="ja-JP" altLang="en-US"/>
              <a:t>）控制，不会引起页面刷新。</a:t>
            </a:r>
            <a:endParaRPr lang="ja-JP" altLang="en-US"/>
          </a:p>
          <a:p>
            <a:pPr lvl="2"/>
            <a:r>
              <a:rPr lang="en-US" altLang="ja-JP"/>
              <a:t>&lt;BrowserRouter&gt;</a:t>
            </a:r>
            <a:endParaRPr lang="en-US" altLang="ja-JP"/>
          </a:p>
          <a:p>
            <a:pPr lvl="2"/>
            <a:r>
              <a:rPr lang="en-US" altLang="ja-JP"/>
              <a:t>  &lt;Routes&gt;</a:t>
            </a:r>
            <a:endParaRPr lang="en-US" altLang="ja-JP"/>
          </a:p>
          <a:p>
            <a:pPr lvl="2"/>
            <a:r>
              <a:rPr lang="en-US" altLang="ja-JP"/>
              <a:t>    &lt;Route path="/" element={&lt;Home /&gt;} /&gt;</a:t>
            </a:r>
            <a:endParaRPr lang="en-US" altLang="ja-JP"/>
          </a:p>
          <a:p>
            <a:pPr lvl="2"/>
            <a:r>
              <a:rPr lang="en-US" altLang="ja-JP"/>
              <a:t>    &lt;Route path="/about" element={&lt;About /&gt;} /&gt;</a:t>
            </a:r>
            <a:endParaRPr lang="en-US" altLang="ja-JP"/>
          </a:p>
          <a:p>
            <a:pPr lvl="2"/>
            <a:r>
              <a:rPr lang="en-US" altLang="ja-JP"/>
              <a:t>  &lt;/Routes&gt;</a:t>
            </a:r>
            <a:endParaRPr lang="en-US" altLang="ja-JP"/>
          </a:p>
          <a:p>
            <a:pPr lvl="2"/>
            <a:r>
              <a:rPr lang="en-US" altLang="ja-JP"/>
              <a:t>&lt;/BrowserRouter&gt;</a:t>
            </a:r>
            <a:endParaRPr lang="en-US" altLang="ja-JP"/>
          </a:p>
          <a:p>
            <a:pPr lvl="1"/>
            <a:r>
              <a:rPr lang="ja-JP" altLang="en-US"/>
              <a:t>用户点击链接后，</a:t>
            </a:r>
            <a:r>
              <a:rPr lang="en-US" altLang="ja-JP"/>
              <a:t>React Router </a:t>
            </a:r>
            <a:r>
              <a:rPr lang="ja-JP" altLang="en-US"/>
              <a:t>会拦截</a:t>
            </a:r>
            <a:r>
              <a:rPr lang="en-US" altLang="ja-JP"/>
              <a:t> &lt;a&gt; </a:t>
            </a:r>
            <a:r>
              <a:rPr lang="ja-JP" altLang="en-US"/>
              <a:t>跳转动作，在前端更新组件，而不是发起真正的</a:t>
            </a:r>
            <a:r>
              <a:rPr lang="en-US" altLang="ja-JP"/>
              <a:t> HTTP </a:t>
            </a:r>
            <a:r>
              <a:rPr lang="ja-JP" altLang="en-US"/>
              <a:t>页面跳转。</a:t>
            </a:r>
            <a:endParaRPr lang="ja-JP" altLang="en-US"/>
          </a:p>
          <a:p>
            <a:pPr lvl="0"/>
            <a:r>
              <a:rPr lang="en-US" altLang="ja-JP"/>
              <a:t>React </a:t>
            </a:r>
            <a:r>
              <a:rPr lang="ja-JP" altLang="en-US"/>
              <a:t>中的</a:t>
            </a:r>
            <a:r>
              <a:rPr lang="en-US" altLang="ja-JP"/>
              <a:t> SPA </a:t>
            </a:r>
            <a:r>
              <a:rPr lang="ja-JP" altLang="en-US"/>
              <a:t>是指：用</a:t>
            </a:r>
            <a:r>
              <a:rPr lang="en-US" altLang="ja-JP"/>
              <a:t> JavaScript</a:t>
            </a:r>
            <a:r>
              <a:rPr lang="ja-JP" altLang="en-US"/>
              <a:t>（</a:t>
            </a:r>
            <a:r>
              <a:rPr lang="en-US" altLang="ja-JP"/>
              <a:t>React</a:t>
            </a:r>
            <a:r>
              <a:rPr lang="ja-JP" altLang="en-US"/>
              <a:t>）在单一</a:t>
            </a:r>
            <a:r>
              <a:rPr lang="en-US" altLang="ja-JP"/>
              <a:t> HTML </a:t>
            </a:r>
            <a:r>
              <a:rPr lang="ja-JP" altLang="en-US"/>
              <a:t>页面上动态控制视图和路由，构建出多个</a:t>
            </a:r>
            <a:r>
              <a:rPr lang="en-US" altLang="ja-JP"/>
              <a:t>“</a:t>
            </a:r>
            <a:r>
              <a:rPr lang="ja-JP" altLang="en-US"/>
              <a:t>页面</a:t>
            </a:r>
            <a:r>
              <a:rPr lang="en-US" altLang="ja-JP"/>
              <a:t>”</a:t>
            </a:r>
            <a:r>
              <a:rPr lang="ja-JP" altLang="en-US"/>
              <a:t>的体验，而没有传统页面的刷新过程。</a:t>
            </a:r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与原生</a:t>
            </a:r>
            <a:r>
              <a:rPr lang="en-US" altLang="ja-JP"/>
              <a:t> HTML &lt;a&gt; </a:t>
            </a:r>
            <a:r>
              <a:rPr lang="ja-JP" altLang="en-US"/>
              <a:t>标签跳转有何不同？</a:t>
            </a:r>
            <a:endParaRPr lang="ja-JP" altLang="en-US"/>
          </a:p>
        </p:txBody>
      </p:sp>
      <p:graphicFrame>
        <p:nvGraphicFramePr>
          <p:cNvPr id="5" name="コンテンツプレースホルダ 4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194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对比点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ja-JP" altLang="en-US"/>
                        <a:t>原生</a:t>
                      </a:r>
                      <a:r>
                        <a:rPr lang="en-US" altLang="ja-JP"/>
                        <a:t> &lt;a&gt; </a:t>
                      </a:r>
                      <a:r>
                        <a:rPr lang="ja-JP" altLang="en-US"/>
                        <a:t>标签</a:t>
                      </a:r>
                      <a:endParaRPr lang="ja-JP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ja-JP"/>
                        <a:t>React Router </a:t>
                      </a:r>
                      <a:r>
                        <a:rPr lang="ja-JP" altLang="en-US"/>
                        <a:t>的</a:t>
                      </a:r>
                      <a:r>
                        <a:rPr lang="en-US" altLang="ja-JP"/>
                        <a:t> &lt;Link&gt;</a:t>
                      </a:r>
                      <a:endParaRPr lang="en-US" altLang="ja-JP"/>
                    </a:p>
                  </a:txBody>
                  <a:tcPr/>
                </a:tc>
              </a:tr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行为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发起完整页面请求，刷新</a:t>
                      </a:r>
                      <a:r>
                        <a:rPr lang="zh-CN" altLang="ja-JP"/>
                        <a:t>页面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改变</a:t>
                      </a:r>
                      <a:r>
                        <a:rPr lang="en-US" altLang="zh-CN"/>
                        <a:t>URL</a:t>
                      </a:r>
                      <a:r>
                        <a:rPr lang="zh-CN" altLang="en-US"/>
                        <a:t>，不刷新</a:t>
                      </a:r>
                      <a:r>
                        <a:rPr lang="zh-CN" altLang="en-US"/>
                        <a:t>页面</a:t>
                      </a:r>
                      <a:endParaRPr lang="zh-CN" altLang="en-US"/>
                    </a:p>
                  </a:txBody>
                  <a:tcPr/>
                </a:tc>
              </a:tr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性能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高，需要重新加载</a:t>
                      </a:r>
                      <a:r>
                        <a:rPr lang="zh-CN" altLang="ja-JP"/>
                        <a:t>所有资源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快，只更新</a:t>
                      </a:r>
                      <a:r>
                        <a:rPr lang="zh-CN" altLang="ja-JP"/>
                        <a:t>视图部分</a:t>
                      </a:r>
                      <a:endParaRPr lang="zh-CN" altLang="ja-JP"/>
                    </a:p>
                  </a:txBody>
                  <a:tcPr/>
                </a:tc>
              </a:tr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体验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页面闪烁，</a:t>
                      </a:r>
                      <a:r>
                        <a:rPr lang="zh-CN" altLang="ja-JP"/>
                        <a:t>状态丢失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保持状态，用户</a:t>
                      </a:r>
                      <a:r>
                        <a:rPr lang="zh-CN" altLang="ja-JP"/>
                        <a:t>体验更流畅</a:t>
                      </a:r>
                      <a:endParaRPr lang="zh-CN" altLang="ja-JP"/>
                    </a:p>
                  </a:txBody>
                  <a:tcPr/>
                </a:tc>
              </a:tr>
              <a:tr h="8388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使用场景</a:t>
                      </a:r>
                      <a:endParaRPr lang="zh-CN" altLang="ja-JP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多页面应用（</a:t>
                      </a:r>
                      <a:r>
                        <a:rPr lang="en-US" altLang="zh-CN"/>
                        <a:t>MPA</a:t>
                      </a:r>
                      <a:r>
                        <a:rPr lang="zh-CN" altLang="ja-JP"/>
                        <a:t>）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ja-JP"/>
                        <a:t>单页面应用（</a:t>
                      </a:r>
                      <a:r>
                        <a:rPr lang="en-US" altLang="zh-CN"/>
                        <a:t>SPA</a:t>
                      </a:r>
                      <a:r>
                        <a:rPr lang="zh-CN" altLang="ja-JP"/>
                        <a:t>）</a:t>
                      </a:r>
                      <a:endParaRPr lang="zh-CN" altLang="ja-JP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安装</a:t>
            </a:r>
            <a:r>
              <a:rPr lang="en-US" altLang="ja-JP"/>
              <a:t> React Router DOM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npm install react-router-dom</a:t>
            </a:r>
            <a:endParaRPr lang="en-US" alt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路由模式（</a:t>
            </a:r>
            <a:r>
              <a:rPr lang="en-US" altLang="ja-JP"/>
              <a:t>Routing Strategies</a:t>
            </a:r>
            <a:r>
              <a:rPr lang="ja-JP" altLang="en-US"/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544955"/>
            <a:ext cx="10515600" cy="5101590"/>
          </a:xfrm>
        </p:spPr>
        <p:txBody>
          <a:bodyPr>
            <a:normAutofit/>
          </a:bodyPr>
          <a:p>
            <a:r>
              <a:rPr lang="en-US" altLang="ja-JP"/>
              <a:t>React Router </a:t>
            </a:r>
            <a:r>
              <a:rPr lang="ja-JP" altLang="en-US"/>
              <a:t>是一款</a:t>
            </a:r>
            <a:r>
              <a:rPr lang="en-US" altLang="ja-JP"/>
              <a:t>“</a:t>
            </a:r>
            <a:r>
              <a:rPr lang="ja-JP" altLang="en-US"/>
              <a:t>多策略路由器</a:t>
            </a:r>
            <a:r>
              <a:rPr lang="en-US" altLang="ja-JP"/>
              <a:t>”</a:t>
            </a:r>
            <a:r>
              <a:rPr lang="ja-JP" altLang="en-US"/>
              <a:t>，即支持多种不同的路由处理方式，适用于不同运行环境和部署场景。</a:t>
            </a:r>
            <a:endParaRPr lang="ja-JP" altLang="en-US"/>
          </a:p>
          <a:p>
            <a:r>
              <a:rPr lang="ja-JP" altLang="en-US"/>
              <a:t>浏览器路由</a:t>
            </a:r>
            <a:r>
              <a:rPr lang="en-US" altLang="ja-JP"/>
              <a:t>	&lt;BrowserRouter&gt;	</a:t>
            </a:r>
            <a:endParaRPr lang="en-US" altLang="ja-JP"/>
          </a:p>
          <a:p>
            <a:pPr lvl="1"/>
            <a:r>
              <a:rPr lang="ja-JP" altLang="en-US"/>
              <a:t>使用浏览器的</a:t>
            </a:r>
            <a:r>
              <a:rPr lang="en-US" altLang="ja-JP"/>
              <a:t> History API	</a:t>
            </a:r>
            <a:endParaRPr lang="en-US" altLang="ja-JP"/>
          </a:p>
          <a:p>
            <a:pPr lvl="1"/>
            <a:r>
              <a:rPr lang="ja-JP" altLang="en-US"/>
              <a:t>现代</a:t>
            </a:r>
            <a:r>
              <a:rPr lang="en-US" altLang="ja-JP"/>
              <a:t> Web </a:t>
            </a:r>
            <a:r>
              <a:rPr lang="ja-JP" altLang="en-US"/>
              <a:t>应用（推荐）</a:t>
            </a:r>
            <a:endParaRPr lang="ja-JP" altLang="en-US"/>
          </a:p>
          <a:p>
            <a:r>
              <a:rPr lang="ja-JP" altLang="en-US"/>
              <a:t>哈希路由</a:t>
            </a:r>
            <a:r>
              <a:rPr lang="en-US" altLang="ja-JP"/>
              <a:t>		&lt;HashRouter&gt;	</a:t>
            </a:r>
            <a:endParaRPr lang="en-US" altLang="ja-JP"/>
          </a:p>
          <a:p>
            <a:pPr lvl="1"/>
            <a:r>
              <a:rPr lang="ja-JP" altLang="en-US"/>
              <a:t>使用</a:t>
            </a:r>
            <a:r>
              <a:rPr lang="en-US" altLang="ja-JP"/>
              <a:t> URL </a:t>
            </a:r>
            <a:r>
              <a:rPr lang="ja-JP" altLang="en-US"/>
              <a:t>中的</a:t>
            </a:r>
            <a:r>
              <a:rPr lang="en-US" altLang="ja-JP"/>
              <a:t> # </a:t>
            </a:r>
            <a:r>
              <a:rPr lang="ja-JP" altLang="en-US"/>
              <a:t>来切换</a:t>
            </a:r>
            <a:r>
              <a:rPr lang="en-US" altLang="ja-JP"/>
              <a:t>	</a:t>
            </a:r>
            <a:endParaRPr lang="en-US" altLang="ja-JP"/>
          </a:p>
          <a:p>
            <a:pPr lvl="1"/>
            <a:r>
              <a:rPr lang="ja-JP" altLang="en-US"/>
              <a:t>静态托管、无服务端配置时</a:t>
            </a:r>
            <a:endParaRPr lang="ja-JP" altLang="en-US"/>
          </a:p>
          <a:p>
            <a:r>
              <a:rPr lang="ja-JP" altLang="en-US"/>
              <a:t>内存路由</a:t>
            </a:r>
            <a:r>
              <a:rPr lang="en-US" altLang="ja-JP"/>
              <a:t>		&lt;MemoryRouter&gt;	</a:t>
            </a:r>
            <a:endParaRPr lang="en-US" altLang="ja-JP"/>
          </a:p>
          <a:p>
            <a:pPr lvl="1"/>
            <a:r>
              <a:rPr lang="ja-JP" altLang="en-US"/>
              <a:t>所有路径存在内存中</a:t>
            </a:r>
            <a:r>
              <a:rPr lang="en-US" altLang="ja-JP"/>
              <a:t>	</a:t>
            </a:r>
            <a:endParaRPr lang="en-US" altLang="ja-JP"/>
          </a:p>
          <a:p>
            <a:pPr lvl="1"/>
            <a:r>
              <a:rPr lang="ja-JP" altLang="en-US"/>
              <a:t>测试环境</a:t>
            </a:r>
            <a:r>
              <a:rPr lang="en-US" altLang="ja-JP"/>
              <a:t> / </a:t>
            </a:r>
            <a:r>
              <a:rPr lang="ja-JP" altLang="en-US"/>
              <a:t>原生应用嵌套</a:t>
            </a:r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核心组件（必须掌握）</a:t>
            </a:r>
            <a:endParaRPr lang="ja-JP" altLang="en-US"/>
          </a:p>
        </p:txBody>
      </p:sp>
      <p:graphicFrame>
        <p:nvGraphicFramePr>
          <p:cNvPr id="4" name="表 3"/>
          <p:cNvGraphicFramePr/>
          <p:nvPr>
            <p:custDataLst>
              <p:tags r:id="rId1"/>
            </p:custDataLst>
          </p:nvPr>
        </p:nvGraphicFramePr>
        <p:xfrm>
          <a:off x="832485" y="1539240"/>
          <a:ext cx="10506075" cy="4663440"/>
        </p:xfrm>
        <a:graphic>
          <a:graphicData uri="http://schemas.openxmlformats.org/drawingml/2006/table">
            <a:tbl>
              <a:tblPr/>
              <a:tblGrid>
                <a:gridCol w="4597400"/>
                <a:gridCol w="5908675"/>
              </a:tblGrid>
              <a:tr h="582930">
                <a:tc>
                  <a:txBody>
                    <a:bodyPr/>
                    <a:p>
                      <a:pPr algn="ctr"/>
                      <a:r>
                        <a:rPr lang="ja-JP" altLang="en-US" sz="1600"/>
                        <a:t>组件名称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ja-JP" altLang="en-US" sz="1600"/>
                        <a:t>作用简介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BrowserRouter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用于包裹整个应用，启用 </a:t>
                      </a:r>
                      <a:r>
                        <a:rPr lang="en-US" altLang="ja-JP" sz="1600"/>
                        <a:t>HTML5 </a:t>
                      </a:r>
                      <a:r>
                        <a:rPr lang="ja-JP" altLang="en-US" sz="1600"/>
                        <a:t>的 </a:t>
                      </a:r>
                      <a:r>
                        <a:rPr lang="en-US" altLang="ja-JP" sz="1600"/>
                        <a:t>History </a:t>
                      </a:r>
                      <a:r>
                        <a:rPr lang="ja-JP" altLang="en-US" sz="1600"/>
                        <a:t>路由模式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Routes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路由配置容器，替代 </a:t>
                      </a:r>
                      <a:r>
                        <a:rPr lang="en-US" altLang="ja-JP" sz="1600"/>
                        <a:t>v5 </a:t>
                      </a:r>
                      <a:r>
                        <a:rPr lang="ja-JP" altLang="en-US" sz="1600"/>
                        <a:t>中的 </a:t>
                      </a:r>
                      <a:r>
                        <a:rPr lang="en-US" altLang="ja-JP" sz="1600"/>
                        <a:t>Switch</a:t>
                      </a:r>
                      <a:r>
                        <a:rPr lang="ja-JP" altLang="en-US" sz="1600"/>
                        <a:t>，内部放置所有 </a:t>
                      </a:r>
                      <a:r>
                        <a:rPr lang="en-US" altLang="ja-JP" sz="1600"/>
                        <a:t>&lt;Route&gt;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Route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路由规则定义，匹配 </a:t>
                      </a:r>
                      <a:r>
                        <a:rPr lang="en-US" altLang="ja-JP" sz="1600"/>
                        <a:t>path </a:t>
                      </a:r>
                      <a:r>
                        <a:rPr lang="ja-JP" altLang="en-US" sz="1600"/>
                        <a:t>显示对应组件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Link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声明式导航，用于跳转页面，替代 </a:t>
                      </a:r>
                      <a:r>
                        <a:rPr lang="en-US" altLang="ja-JP" sz="1600"/>
                        <a:t>&lt;a&gt; </a:t>
                      </a:r>
                      <a:r>
                        <a:rPr lang="ja-JP" altLang="en-US" sz="1600"/>
                        <a:t>标签，避免刷新页面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useNavigate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编程式导航 </a:t>
                      </a:r>
                      <a:r>
                        <a:rPr lang="en-US" altLang="ja-JP" sz="1600"/>
                        <a:t>hook</a:t>
                      </a:r>
                      <a:r>
                        <a:rPr lang="ja-JP" altLang="en-US" sz="1600"/>
                        <a:t>，代码中控制跳转（如按钮点击后跳转）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useParams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获取动态路由参数（如 </a:t>
                      </a:r>
                      <a:r>
                        <a:rPr lang="en-US" altLang="ja-JP" sz="1600"/>
                        <a:t>/user/:id </a:t>
                      </a:r>
                      <a:r>
                        <a:rPr lang="ja-JP" altLang="en-US" sz="1600"/>
                        <a:t>中的 </a:t>
                      </a:r>
                      <a:r>
                        <a:rPr lang="en-US" altLang="ja-JP" sz="1600"/>
                        <a:t>id</a:t>
                      </a:r>
                      <a:r>
                        <a:rPr lang="ja-JP" altLang="en-US" sz="1600"/>
                        <a:t>）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l"/>
                      <a:r>
                        <a:rPr lang="en-US" altLang="ja-JP" sz="1600"/>
                        <a:t>useLocation</a:t>
                      </a:r>
                      <a:endParaRPr lang="en-US" altLang="ja-JP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1600"/>
                        <a:t>获取当前地址相关信息（如 </a:t>
                      </a:r>
                      <a:r>
                        <a:rPr lang="en-US" altLang="ja-JP" sz="1600"/>
                        <a:t>pathname</a:t>
                      </a:r>
                      <a:r>
                        <a:rPr lang="ja-JP" altLang="en-US" sz="1600"/>
                        <a:t>、</a:t>
                      </a:r>
                      <a:r>
                        <a:rPr lang="en-US" altLang="ja-JP" sz="1600"/>
                        <a:t>search</a:t>
                      </a:r>
                      <a:r>
                        <a:rPr lang="ja-JP" altLang="en-US" sz="1600"/>
                        <a:t>、</a:t>
                      </a:r>
                      <a:r>
                        <a:rPr lang="en-US" altLang="ja-JP" sz="1600"/>
                        <a:t>state </a:t>
                      </a:r>
                      <a:r>
                        <a:rPr lang="ja-JP" altLang="en-US" sz="1600"/>
                        <a:t>等）</a:t>
                      </a:r>
                      <a:endParaRPr lang="ja-JP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ja-JP"/>
              <a:t>&lt;BrowserRouter&gt; 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ja-JP">
                <a:sym typeface="+mn-ea"/>
              </a:rPr>
              <a:t>&lt;BrowserRouter&gt; —— </a:t>
            </a:r>
            <a:r>
              <a:rPr lang="ja-JP" altLang="en-US">
                <a:sym typeface="+mn-ea"/>
              </a:rPr>
              <a:t>路由容器（必须包裹全局）</a:t>
            </a:r>
            <a:endParaRPr lang="ja-JP" altLang="en-US"/>
          </a:p>
          <a:p>
            <a:r>
              <a:rPr lang="ja-JP" altLang="en-US"/>
              <a:t>作用</a:t>
            </a:r>
            <a:endParaRPr lang="ja-JP" altLang="en-US"/>
          </a:p>
          <a:p>
            <a:pPr lvl="1"/>
            <a:r>
              <a:rPr lang="ja-JP" altLang="en-US"/>
              <a:t>它告诉</a:t>
            </a:r>
            <a:r>
              <a:rPr lang="en-US" altLang="ja-JP"/>
              <a:t> React Router </a:t>
            </a:r>
            <a:r>
              <a:rPr lang="ja-JP" altLang="en-US"/>
              <a:t>要监听浏览器地址栏的变化，并用</a:t>
            </a:r>
            <a:r>
              <a:rPr lang="en-US" altLang="ja-JP"/>
              <a:t> History API </a:t>
            </a:r>
            <a:r>
              <a:rPr lang="ja-JP" altLang="en-US"/>
              <a:t>实现前端路由。</a:t>
            </a:r>
            <a:endParaRPr lang="ja-JP" altLang="en-US"/>
          </a:p>
          <a:p>
            <a:pPr lvl="1"/>
            <a:r>
              <a:rPr lang="en-US" altLang="ja-JP"/>
              <a:t>function App() {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&lt;BrowserRouter&gt;</a:t>
            </a:r>
            <a:endParaRPr lang="en-US" altLang="ja-JP"/>
          </a:p>
          <a:p>
            <a:pPr lvl="1"/>
            <a:r>
              <a:rPr lang="en-US" altLang="ja-JP"/>
              <a:t>      &lt;MyRoutes /&gt;</a:t>
            </a:r>
            <a:endParaRPr lang="en-US" altLang="ja-JP"/>
          </a:p>
          <a:p>
            <a:pPr lvl="1"/>
            <a:r>
              <a:rPr lang="en-US" altLang="ja-JP"/>
              <a:t>    &lt;/BrowserRouter&gt;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&lt;Routes&gt;</a:t>
            </a:r>
            <a:r>
              <a:rPr lang="zh-CN" altLang="en-US"/>
              <a:t>，</a:t>
            </a:r>
            <a:r>
              <a:rPr lang="en-US" altLang="ja-JP">
                <a:sym typeface="+mn-ea"/>
              </a:rPr>
              <a:t>&lt;Route&gt;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&lt;Routes&gt; —— </a:t>
            </a:r>
            <a:r>
              <a:rPr lang="ja-JP" altLang="en-US"/>
              <a:t>路由映射容器</a:t>
            </a:r>
            <a:endParaRPr lang="ja-JP" altLang="en-US"/>
          </a:p>
          <a:p>
            <a:r>
              <a:rPr lang="ja-JP" altLang="en-US"/>
              <a:t>作用</a:t>
            </a:r>
            <a:endParaRPr lang="ja-JP" altLang="en-US"/>
          </a:p>
          <a:p>
            <a:pPr lvl="1"/>
            <a:r>
              <a:rPr lang="ja-JP" altLang="en-US"/>
              <a:t>包裹所有</a:t>
            </a:r>
            <a:r>
              <a:rPr lang="en-US" altLang="ja-JP"/>
              <a:t> &lt;Route&gt;</a:t>
            </a:r>
            <a:r>
              <a:rPr lang="ja-JP" altLang="en-US"/>
              <a:t>；</a:t>
            </a:r>
            <a:endParaRPr lang="en-US" altLang="ja-JP"/>
          </a:p>
          <a:p>
            <a:pPr lvl="1"/>
            <a:r>
              <a:rPr lang="ja-JP" altLang="en-US"/>
              <a:t>每次只匹配一个</a:t>
            </a:r>
            <a:r>
              <a:rPr lang="en-US" altLang="ja-JP"/>
              <a:t> &lt;Route&gt;</a:t>
            </a:r>
            <a:r>
              <a:rPr lang="ja-JP" altLang="en-US"/>
              <a:t>（精准匹配）</a:t>
            </a:r>
            <a:endParaRPr lang="ja-JP" altLang="en-US"/>
          </a:p>
          <a:p>
            <a:pPr lvl="0"/>
            <a:r>
              <a:rPr lang="en-US" altLang="ja-JP" sz="2800">
                <a:sym typeface="+mn-ea"/>
              </a:rPr>
              <a:t>&lt;Route&gt; —— </a:t>
            </a:r>
            <a:r>
              <a:rPr lang="ja-JP" altLang="en-US" sz="2800">
                <a:sym typeface="+mn-ea"/>
              </a:rPr>
              <a:t>单个路径和组件的映射</a:t>
            </a:r>
            <a:endParaRPr lang="ja-JP" altLang="en-US" sz="2800"/>
          </a:p>
          <a:p>
            <a:pPr lvl="0"/>
            <a:r>
              <a:rPr lang="en-US" altLang="ja-JP" sz="2800">
                <a:sym typeface="+mn-ea"/>
              </a:rPr>
              <a:t> </a:t>
            </a:r>
            <a:r>
              <a:rPr lang="ja-JP" altLang="en-US" sz="2800">
                <a:sym typeface="+mn-ea"/>
              </a:rPr>
              <a:t>作用</a:t>
            </a:r>
            <a:endParaRPr lang="ja-JP" altLang="en-US" sz="2800"/>
          </a:p>
          <a:p>
            <a:pPr lvl="1"/>
            <a:r>
              <a:rPr lang="ja-JP" altLang="en-US" sz="2800">
                <a:sym typeface="+mn-ea"/>
              </a:rPr>
              <a:t>每一个</a:t>
            </a:r>
            <a:r>
              <a:rPr lang="en-US" altLang="ja-JP" sz="2800">
                <a:sym typeface="+mn-ea"/>
              </a:rPr>
              <a:t> &lt;Route&gt; </a:t>
            </a:r>
            <a:r>
              <a:rPr lang="ja-JP" altLang="en-US" sz="2800">
                <a:sym typeface="+mn-ea"/>
              </a:rPr>
              <a:t>表示一个页面或组件；</a:t>
            </a:r>
            <a:endParaRPr lang="en-US" altLang="ja-JP" sz="2800"/>
          </a:p>
          <a:p>
            <a:pPr lvl="1"/>
            <a:r>
              <a:rPr lang="ja-JP" altLang="en-US" sz="2800">
                <a:sym typeface="+mn-ea"/>
              </a:rPr>
              <a:t>使用</a:t>
            </a:r>
            <a:r>
              <a:rPr lang="en-US" altLang="ja-JP" sz="2800">
                <a:sym typeface="+mn-ea"/>
              </a:rPr>
              <a:t> path </a:t>
            </a:r>
            <a:r>
              <a:rPr lang="ja-JP" altLang="en-US" sz="2800">
                <a:sym typeface="+mn-ea"/>
              </a:rPr>
              <a:t>指定路径，</a:t>
            </a:r>
            <a:r>
              <a:rPr lang="en-US" altLang="ja-JP" sz="2800">
                <a:sym typeface="+mn-ea"/>
              </a:rPr>
              <a:t>element </a:t>
            </a:r>
            <a:r>
              <a:rPr lang="ja-JP" altLang="en-US" sz="2800">
                <a:sym typeface="+mn-ea"/>
              </a:rPr>
              <a:t>指定要渲染的组件。</a:t>
            </a:r>
            <a:endParaRPr lang="ja-JP" altLang="en-US" sz="2800"/>
          </a:p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  &lt;Routes&gt;</a:t>
            </a:r>
            <a:endParaRPr lang="en-US" altLang="ja-JP"/>
          </a:p>
          <a:p>
            <a:r>
              <a:rPr lang="en-US" altLang="ja-JP"/>
              <a:t>      &lt;Route path="/" element={&lt;Home /&gt;} /&gt;</a:t>
            </a:r>
            <a:endParaRPr lang="en-US" altLang="ja-JP"/>
          </a:p>
          <a:p>
            <a:r>
              <a:rPr lang="en-US" altLang="ja-JP"/>
              <a:t>      &lt;Route path="/about" element={&lt;About /&gt;} /&gt;</a:t>
            </a:r>
            <a:endParaRPr lang="en-US" altLang="ja-JP"/>
          </a:p>
          <a:p>
            <a:r>
              <a:rPr lang="en-US" altLang="ja-JP"/>
              <a:t>    &lt;/Routes&gt;</a:t>
            </a:r>
            <a:endParaRPr lang="en-US" altLang="ja-JP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&lt;Link&gt;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617085"/>
          </a:xfrm>
        </p:spPr>
        <p:txBody>
          <a:bodyPr>
            <a:normAutofit fontScale="70000"/>
          </a:bodyPr>
          <a:p>
            <a:r>
              <a:rPr lang="en-US" altLang="ja-JP"/>
              <a:t>&lt;Link&gt; —— </a:t>
            </a:r>
            <a:r>
              <a:rPr lang="ja-JP" altLang="en-US"/>
              <a:t>路由跳转的替代</a:t>
            </a:r>
            <a:r>
              <a:rPr lang="en-US" altLang="ja-JP"/>
              <a:t> a </a:t>
            </a:r>
            <a:r>
              <a:rPr lang="ja-JP" altLang="en-US"/>
              <a:t>标签</a:t>
            </a:r>
            <a:endParaRPr lang="ja-JP" altLang="en-US"/>
          </a:p>
          <a:p>
            <a:r>
              <a:rPr lang="en-US" altLang="ja-JP"/>
              <a:t> </a:t>
            </a:r>
            <a:r>
              <a:rPr lang="ja-JP" altLang="en-US"/>
              <a:t>作用</a:t>
            </a:r>
            <a:endParaRPr lang="ja-JP" altLang="en-US"/>
          </a:p>
          <a:p>
            <a:pPr lvl="1"/>
            <a:r>
              <a:rPr lang="ja-JP" altLang="en-US"/>
              <a:t>用来跳转到其他路由页面；</a:t>
            </a:r>
            <a:endParaRPr lang="ja-JP" altLang="en-US"/>
          </a:p>
          <a:p>
            <a:pPr lvl="1"/>
            <a:r>
              <a:rPr lang="ja-JP" altLang="en-US"/>
              <a:t>不刷新页面，只改变路径。</a:t>
            </a:r>
            <a:endParaRPr lang="ja-JP" altLang="en-US"/>
          </a:p>
          <a:p>
            <a:pPr lvl="0"/>
            <a:r>
              <a:rPr lang="ja-JP" altLang="en-US"/>
              <a:t>用法</a:t>
            </a:r>
            <a:endParaRPr lang="ja-JP" altLang="en-US"/>
          </a:p>
          <a:p>
            <a:pPr lvl="1"/>
            <a:r>
              <a:rPr lang="en-US" altLang="ja-JP"/>
              <a:t>import { Link } from 'react-router-dom';</a:t>
            </a:r>
            <a:endParaRPr lang="en-US" altLang="ja-JP"/>
          </a:p>
          <a:p>
            <a:pPr lvl="1"/>
            <a:r>
              <a:rPr lang="en-US" altLang="ja-JP"/>
              <a:t>function NavBar() {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&lt;nav&gt;</a:t>
            </a:r>
            <a:endParaRPr lang="en-US" altLang="ja-JP"/>
          </a:p>
          <a:p>
            <a:pPr lvl="1"/>
            <a:r>
              <a:rPr lang="en-US" altLang="ja-JP"/>
              <a:t>      &lt;Link to="/"&gt;</a:t>
            </a:r>
            <a:r>
              <a:rPr lang="ja-JP" altLang="en-US"/>
              <a:t>首页</a:t>
            </a:r>
            <a:r>
              <a:rPr lang="en-US" altLang="ja-JP"/>
              <a:t>&lt;/Link&gt;</a:t>
            </a:r>
            <a:endParaRPr lang="en-US" altLang="ja-JP"/>
          </a:p>
          <a:p>
            <a:pPr lvl="1"/>
            <a:r>
              <a:rPr lang="en-US" altLang="ja-JP"/>
              <a:t>      &lt;Link to="/about"&gt;</a:t>
            </a:r>
            <a:r>
              <a:rPr lang="ja-JP" altLang="en-US"/>
              <a:t>关于</a:t>
            </a:r>
            <a:r>
              <a:rPr lang="en-US" altLang="ja-JP"/>
              <a:t>&lt;/Link&gt;</a:t>
            </a:r>
            <a:endParaRPr lang="en-US" altLang="ja-JP"/>
          </a:p>
          <a:p>
            <a:pPr lvl="1"/>
            <a:r>
              <a:rPr lang="en-US" altLang="ja-JP"/>
              <a:t>    &lt;/nav&gt;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&lt;NavLink&gt;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ja-JP" altLang="en-US"/>
              <a:t>根据当前路径是否激活自动添加样式或类名，非常适合用于导航栏、菜单、</a:t>
            </a:r>
            <a:r>
              <a:rPr lang="en-US" altLang="ja-JP"/>
              <a:t>Tab </a:t>
            </a:r>
            <a:r>
              <a:rPr lang="ja-JP" altLang="en-US"/>
              <a:t>切换等</a:t>
            </a:r>
            <a:r>
              <a:rPr lang="en-US" altLang="ja-JP"/>
              <a:t> UI </a:t>
            </a:r>
            <a:r>
              <a:rPr lang="ja-JP" altLang="en-US"/>
              <a:t>组件中。</a:t>
            </a:r>
            <a:endParaRPr lang="ja-JP" altLang="en-US"/>
          </a:p>
          <a:p>
            <a:r>
              <a:rPr lang="ja-JP" altLang="en-US"/>
              <a:t>基本用法</a:t>
            </a:r>
            <a:endParaRPr lang="ja-JP" altLang="en-US"/>
          </a:p>
          <a:p>
            <a:pPr lvl="1"/>
            <a:r>
              <a:rPr lang="en-US" altLang="ja-JP"/>
              <a:t>import { NavLink } from 'react-router-dom';</a:t>
            </a:r>
            <a:endParaRPr lang="en-US" altLang="ja-JP"/>
          </a:p>
          <a:p>
            <a:pPr lvl="1"/>
            <a:r>
              <a:rPr lang="en-US" altLang="ja-JP"/>
              <a:t>&lt;NavLink to="/home"&gt;</a:t>
            </a:r>
            <a:r>
              <a:rPr lang="ja-JP" altLang="en-US"/>
              <a:t>首页</a:t>
            </a:r>
            <a:r>
              <a:rPr lang="en-US" altLang="ja-JP"/>
              <a:t>&lt;/NavLink&gt;</a:t>
            </a:r>
            <a:endParaRPr lang="en-US" altLang="ja-JP"/>
          </a:p>
          <a:p>
            <a:pPr lvl="1"/>
            <a:r>
              <a:rPr lang="en-US" altLang="ja-JP"/>
              <a:t>&lt;NavLink to="/about"&gt;</a:t>
            </a:r>
            <a:r>
              <a:rPr lang="ja-JP" altLang="en-US"/>
              <a:t>关于</a:t>
            </a:r>
            <a:r>
              <a:rPr lang="en-US" altLang="ja-JP"/>
              <a:t>&lt;/NavLink&gt;</a:t>
            </a:r>
            <a:endParaRPr lang="en-US" altLang="ja-JP"/>
          </a:p>
          <a:p>
            <a:pPr lvl="2"/>
            <a:r>
              <a:rPr lang="ja-JP" altLang="en-US"/>
              <a:t>当前路径为</a:t>
            </a:r>
            <a:r>
              <a:rPr lang="en-US" altLang="ja-JP"/>
              <a:t> /home </a:t>
            </a:r>
            <a:r>
              <a:rPr lang="ja-JP" altLang="en-US"/>
              <a:t>时，第一个</a:t>
            </a:r>
            <a:r>
              <a:rPr lang="en-US" altLang="ja-JP"/>
              <a:t> NavLink </a:t>
            </a:r>
            <a:r>
              <a:rPr lang="ja-JP" altLang="en-US"/>
              <a:t>会被自动标记为激活状态。</a:t>
            </a:r>
            <a:endParaRPr lang="ja-JP" altLang="en-US"/>
          </a:p>
          <a:p>
            <a:pPr lvl="0"/>
            <a:r>
              <a:rPr lang="ja-JP" altLang="en-US"/>
              <a:t>参数</a:t>
            </a:r>
            <a:endParaRPr lang="ja-JP" altLang="en-US"/>
          </a:p>
          <a:p>
            <a:pPr lvl="1"/>
            <a:r>
              <a:rPr lang="en-US" altLang="ja-JP"/>
              <a:t>to		</a:t>
            </a:r>
            <a:r>
              <a:rPr lang="ja-JP" altLang="en-US"/>
              <a:t>路由路径</a:t>
            </a:r>
            <a:endParaRPr lang="ja-JP" altLang="en-US"/>
          </a:p>
          <a:p>
            <a:pPr lvl="1"/>
            <a:r>
              <a:rPr lang="en-US" altLang="ja-JP"/>
              <a:t>end		</a:t>
            </a:r>
            <a:r>
              <a:rPr lang="ja-JP" altLang="en-US"/>
              <a:t>是否为精确匹配</a:t>
            </a:r>
            <a:r>
              <a:rPr lang="en-US" altLang="ja-JP"/>
              <a:t> /</a:t>
            </a:r>
            <a:endParaRPr lang="en-US" altLang="ja-JP"/>
          </a:p>
          <a:p>
            <a:pPr lvl="1"/>
            <a:r>
              <a:rPr lang="en-US" altLang="ja-JP"/>
              <a:t>className	</a:t>
            </a:r>
            <a:r>
              <a:rPr lang="ja-JP" altLang="en-US"/>
              <a:t>接收函数，返回字符串</a:t>
            </a:r>
            <a:r>
              <a:rPr lang="en-US" altLang="ja-JP"/>
              <a:t> class</a:t>
            </a:r>
            <a:endParaRPr lang="en-US" altLang="ja-JP"/>
          </a:p>
          <a:p>
            <a:pPr lvl="1"/>
            <a:r>
              <a:rPr lang="en-US" altLang="ja-JP"/>
              <a:t>style		</a:t>
            </a:r>
            <a:r>
              <a:rPr lang="ja-JP" altLang="en-US"/>
              <a:t>接收函数，返回对象样式</a:t>
            </a:r>
            <a:endParaRPr lang="ja-JP" altLang="en-US"/>
          </a:p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&lt;NavLink&gt;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803775"/>
          </a:xfrm>
        </p:spPr>
        <p:txBody>
          <a:bodyPr>
            <a:normAutofit fontScale="90000"/>
          </a:bodyPr>
          <a:p>
            <a:r>
              <a:rPr lang="ja-JP" altLang="en-US"/>
              <a:t>使用</a:t>
            </a:r>
            <a:r>
              <a:rPr lang="en-US" altLang="ja-JP"/>
              <a:t> className </a:t>
            </a:r>
            <a:r>
              <a:rPr lang="ja-JP" altLang="en-US"/>
              <a:t>函数动态添加类名</a:t>
            </a:r>
            <a:endParaRPr lang="ja-JP" altLang="en-US"/>
          </a:p>
          <a:p>
            <a:pPr lvl="1"/>
            <a:r>
              <a:rPr lang="en-US" altLang="ja-JP"/>
              <a:t>&lt;NavLink	to="/home"</a:t>
            </a:r>
            <a:endParaRPr lang="en-US" altLang="ja-JP"/>
          </a:p>
          <a:p>
            <a:pPr lvl="1"/>
            <a:r>
              <a:rPr lang="en-US" altLang="ja-JP"/>
              <a:t>  className={({ isActive }) =&gt; isActive ? 'active-link' : ''}&gt;</a:t>
            </a:r>
            <a:endParaRPr lang="en-US" altLang="ja-JP"/>
          </a:p>
          <a:p>
            <a:pPr lvl="1"/>
            <a:r>
              <a:rPr lang="en-US" altLang="ja-JP"/>
              <a:t>  </a:t>
            </a:r>
            <a:r>
              <a:rPr lang="ja-JP" altLang="en-US"/>
              <a:t>首页</a:t>
            </a:r>
            <a:endParaRPr lang="ja-JP" altLang="en-US"/>
          </a:p>
          <a:p>
            <a:pPr lvl="1"/>
            <a:r>
              <a:rPr lang="en-US" altLang="ja-JP"/>
              <a:t>&lt;/NavLink&gt;</a:t>
            </a:r>
            <a:endParaRPr lang="en-US" altLang="ja-JP"/>
          </a:p>
          <a:p>
            <a:pPr lvl="0"/>
            <a:r>
              <a:rPr lang="ja-JP" altLang="en-US"/>
              <a:t>使用</a:t>
            </a:r>
            <a:r>
              <a:rPr lang="en-US" altLang="ja-JP"/>
              <a:t> style </a:t>
            </a:r>
            <a:r>
              <a:rPr lang="ja-JP" altLang="en-US"/>
              <a:t>函数动态添加内联样式</a:t>
            </a:r>
            <a:endParaRPr lang="ja-JP" altLang="en-US"/>
          </a:p>
          <a:p>
            <a:pPr lvl="1"/>
            <a:r>
              <a:rPr lang="en-US" altLang="ja-JP"/>
              <a:t>&lt;NavLink	 to="/about"</a:t>
            </a:r>
            <a:endParaRPr lang="en-US" altLang="ja-JP"/>
          </a:p>
          <a:p>
            <a:pPr lvl="1"/>
            <a:r>
              <a:rPr lang="en-US" altLang="ja-JP"/>
              <a:t>  style={({ isActive }) =&gt; ({</a:t>
            </a:r>
            <a:endParaRPr lang="en-US" altLang="ja-JP"/>
          </a:p>
          <a:p>
            <a:pPr lvl="1"/>
            <a:r>
              <a:rPr lang="en-US" altLang="ja-JP"/>
              <a:t>    color: isActive ? 'red' : 'black',</a:t>
            </a:r>
            <a:endParaRPr lang="en-US" altLang="ja-JP"/>
          </a:p>
          <a:p>
            <a:pPr lvl="1"/>
            <a:r>
              <a:rPr lang="en-US" altLang="ja-JP"/>
              <a:t>    textDecoration: isActive ? 'underline' : 'none'})}&gt;</a:t>
            </a:r>
            <a:endParaRPr lang="en-US" altLang="ja-JP"/>
          </a:p>
          <a:p>
            <a:pPr lvl="1"/>
            <a:r>
              <a:rPr lang="en-US" altLang="ja-JP"/>
              <a:t>  </a:t>
            </a:r>
            <a:r>
              <a:rPr lang="ja-JP" altLang="en-US"/>
              <a:t>关于</a:t>
            </a:r>
            <a:endParaRPr lang="ja-JP" altLang="en-US"/>
          </a:p>
          <a:p>
            <a:pPr lvl="1"/>
            <a:r>
              <a:rPr lang="en-US" altLang="ja-JP"/>
              <a:t>&lt;/NavLink&gt;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嵌套</a:t>
            </a:r>
            <a:r>
              <a:rPr lang="zh-CN" altLang="en-US"/>
              <a:t>路由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实现父子页面的布局共享和子路由按需渲染</a:t>
            </a:r>
            <a:endParaRPr lang="ja-JP" altLang="en-US"/>
          </a:p>
          <a:p>
            <a:r>
              <a:rPr lang="ja-JP" altLang="en-US"/>
              <a:t>嵌套路由的核心组件</a:t>
            </a:r>
            <a:endParaRPr lang="ja-JP" altLang="en-US"/>
          </a:p>
          <a:p>
            <a:pPr lvl="1"/>
            <a:r>
              <a:rPr lang="en-US" altLang="ja-JP"/>
              <a:t>&lt;Route&gt; </a:t>
            </a:r>
            <a:r>
              <a:rPr lang="ja-JP" altLang="en-US"/>
              <a:t>嵌套</a:t>
            </a:r>
            <a:r>
              <a:rPr lang="en-US" altLang="ja-JP"/>
              <a:t>	</a:t>
            </a:r>
            <a:r>
              <a:rPr lang="ja-JP" altLang="en-US"/>
              <a:t>用于定义子路由</a:t>
            </a:r>
            <a:endParaRPr lang="ja-JP" altLang="en-US"/>
          </a:p>
          <a:p>
            <a:pPr lvl="1"/>
            <a:r>
              <a:rPr lang="en-US" altLang="ja-JP"/>
              <a:t>&lt;Outlet&gt;	</a:t>
            </a:r>
            <a:r>
              <a:rPr lang="ja-JP" altLang="en-US"/>
              <a:t>在父组件中，表示子路由将要渲染的位置</a:t>
            </a:r>
            <a:endParaRPr lang="ja-JP" altLang="en-US"/>
          </a:p>
          <a:p>
            <a:pPr lvl="0"/>
            <a:r>
              <a:rPr lang="ja-JP" altLang="en-US"/>
              <a:t>示例场景</a:t>
            </a:r>
            <a:endParaRPr lang="ja-JP" altLang="en-US"/>
          </a:p>
          <a:p>
            <a:pPr lvl="0"/>
            <a:r>
              <a:rPr lang="ja-JP" altLang="en-US"/>
              <a:t>我们构建如下页面结构：</a:t>
            </a:r>
            <a:endParaRPr lang="ja-JP" altLang="en-US"/>
          </a:p>
          <a:p>
            <a:pPr lvl="1"/>
            <a:r>
              <a:rPr lang="en-US" altLang="ja-JP"/>
              <a:t>/dashboard         </a:t>
            </a:r>
            <a:r>
              <a:rPr lang="en-US" altLang="en-US"/>
              <a:t>→</a:t>
            </a:r>
            <a:r>
              <a:rPr lang="en-US" altLang="ja-JP"/>
              <a:t> Dashboard </a:t>
            </a:r>
            <a:r>
              <a:rPr lang="ja-JP" altLang="en-US"/>
              <a:t>主页面</a:t>
            </a:r>
            <a:endParaRPr lang="ja-JP" altLang="en-US"/>
          </a:p>
          <a:p>
            <a:pPr lvl="1"/>
            <a:r>
              <a:rPr lang="en-US" altLang="ja-JP"/>
              <a:t>/dashboard/profile </a:t>
            </a:r>
            <a:r>
              <a:rPr lang="en-US" altLang="en-US"/>
              <a:t>→</a:t>
            </a:r>
            <a:r>
              <a:rPr lang="en-US" altLang="ja-JP"/>
              <a:t> </a:t>
            </a:r>
            <a:r>
              <a:rPr lang="ja-JP" altLang="en-US"/>
              <a:t>用户资料子页面</a:t>
            </a:r>
            <a:endParaRPr lang="ja-JP" altLang="en-US"/>
          </a:p>
          <a:p>
            <a:pPr lvl="1"/>
            <a:r>
              <a:rPr lang="en-US" altLang="ja-JP"/>
              <a:t>/dashboard/settings </a:t>
            </a:r>
            <a:r>
              <a:rPr lang="en-US" altLang="en-US"/>
              <a:t>→</a:t>
            </a:r>
            <a:r>
              <a:rPr lang="en-US" altLang="ja-JP"/>
              <a:t> </a:t>
            </a:r>
            <a:r>
              <a:rPr lang="ja-JP" altLang="en-US"/>
              <a:t>设置子页面</a:t>
            </a:r>
            <a:endParaRPr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嵌套</a:t>
            </a:r>
            <a:r>
              <a:rPr lang="zh-CN" altLang="en-US"/>
              <a:t>路由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5157470"/>
          </a:xfrm>
        </p:spPr>
        <p:txBody>
          <a:bodyPr>
            <a:normAutofit fontScale="60000"/>
          </a:bodyPr>
          <a:p>
            <a:r>
              <a:rPr lang="en-US" altLang="ja-JP">
                <a:sym typeface="+mn-ea"/>
              </a:rPr>
              <a:t>Dashboard.jsx</a:t>
            </a:r>
            <a:endParaRPr lang="en-US" altLang="ja-JP"/>
          </a:p>
          <a:p>
            <a:r>
              <a:rPr lang="en-US" altLang="ja-JP"/>
              <a:t>import { Outlet, Link } from 'react-router-dom';</a:t>
            </a:r>
            <a:endParaRPr lang="en-US" altLang="ja-JP"/>
          </a:p>
          <a:p>
            <a:r>
              <a:rPr lang="en-US" altLang="ja-JP"/>
              <a:t>export default function Dashboard() {</a:t>
            </a:r>
            <a:endParaRPr lang="en-US" altLang="ja-JP"/>
          </a:p>
          <a:p>
            <a:r>
              <a:rPr lang="en-US" altLang="ja-JP"/>
              <a:t>  return (</a:t>
            </a:r>
            <a:endParaRPr lang="en-US" altLang="ja-JP"/>
          </a:p>
          <a:p>
            <a:r>
              <a:rPr lang="en-US" altLang="ja-JP"/>
              <a:t>    &lt;div&gt;</a:t>
            </a:r>
            <a:endParaRPr lang="en-US" altLang="ja-JP"/>
          </a:p>
          <a:p>
            <a:r>
              <a:rPr lang="en-US" altLang="ja-JP"/>
              <a:t>      &lt;h2&gt;</a:t>
            </a:r>
            <a:r>
              <a:rPr lang="ja-JP" altLang="en-US"/>
              <a:t>仪表盘</a:t>
            </a:r>
            <a:r>
              <a:rPr lang="en-US" altLang="ja-JP"/>
              <a:t>&lt;/h2&gt;</a:t>
            </a:r>
            <a:endParaRPr lang="en-US" altLang="ja-JP"/>
          </a:p>
          <a:p>
            <a:r>
              <a:rPr lang="en-US" altLang="ja-JP"/>
              <a:t>      &lt;nav&gt;</a:t>
            </a:r>
            <a:endParaRPr lang="en-US" altLang="ja-JP"/>
          </a:p>
          <a:p>
            <a:r>
              <a:rPr lang="en-US" altLang="ja-JP"/>
              <a:t>        &lt;Link to="profile"&gt;</a:t>
            </a:r>
            <a:r>
              <a:rPr lang="ja-JP" altLang="en-US"/>
              <a:t>个人资料</a:t>
            </a:r>
            <a:r>
              <a:rPr lang="en-US" altLang="ja-JP"/>
              <a:t>&lt;/Link&gt; | &lt;Link to="settings"&gt;</a:t>
            </a:r>
            <a:r>
              <a:rPr lang="ja-JP" altLang="en-US"/>
              <a:t>设置</a:t>
            </a:r>
            <a:r>
              <a:rPr lang="en-US" altLang="ja-JP"/>
              <a:t>&lt;/Link&gt;</a:t>
            </a:r>
            <a:endParaRPr lang="en-US" altLang="ja-JP"/>
          </a:p>
          <a:p>
            <a:r>
              <a:rPr lang="en-US" altLang="ja-JP"/>
              <a:t>      &lt;/nav&gt;</a:t>
            </a:r>
            <a:endParaRPr lang="en-US" altLang="ja-JP"/>
          </a:p>
          <a:p>
            <a:r>
              <a:rPr lang="en-US" altLang="ja-JP"/>
              <a:t>      &lt;hr /&gt;</a:t>
            </a:r>
            <a:endParaRPr lang="en-US" altLang="ja-JP"/>
          </a:p>
          <a:p>
            <a:r>
              <a:rPr lang="en-US" altLang="ja-JP"/>
              <a:t>      &lt;Outlet /&gt; {/* </a:t>
            </a:r>
            <a:r>
              <a:rPr lang="ja-JP" altLang="en-US"/>
              <a:t>子路由内容会显示在这里</a:t>
            </a:r>
            <a:r>
              <a:rPr lang="en-US" altLang="ja-JP"/>
              <a:t> */}</a:t>
            </a:r>
            <a:endParaRPr lang="en-US" altLang="ja-JP"/>
          </a:p>
          <a:p>
            <a:r>
              <a:rPr lang="en-US" altLang="ja-JP"/>
              <a:t>    &lt;/div&gt;</a:t>
            </a:r>
            <a:endParaRPr lang="en-US" altLang="ja-JP"/>
          </a:p>
          <a:p>
            <a:r>
              <a:rPr lang="en-US" altLang="ja-JP"/>
              <a:t>  );</a:t>
            </a:r>
            <a:endParaRPr lang="en-US" altLang="ja-JP"/>
          </a:p>
          <a:p>
            <a:r>
              <a:rPr lang="en-US" altLang="ja-JP"/>
              <a:t>}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826895"/>
            <a:ext cx="10515600" cy="4350385"/>
          </a:xfrm>
        </p:spPr>
        <p:txBody>
          <a:bodyPr/>
          <a:p>
            <a:r>
              <a:rPr lang="en-US" altLang="ja-JP"/>
              <a:t>Profile.js</a:t>
            </a:r>
            <a:endParaRPr lang="en-US" altLang="ja-JP"/>
          </a:p>
          <a:p>
            <a:pPr lvl="1"/>
            <a:r>
              <a:rPr lang="en-US" altLang="ja-JP"/>
              <a:t>export default function Profile() {</a:t>
            </a:r>
            <a:endParaRPr lang="en-US" altLang="ja-JP"/>
          </a:p>
          <a:p>
            <a:pPr lvl="1"/>
            <a:r>
              <a:rPr lang="en-US" altLang="ja-JP"/>
              <a:t>  return &lt;h3&gt;</a:t>
            </a:r>
            <a:r>
              <a:rPr lang="ja-JP" altLang="en-US"/>
              <a:t>用户个人资料页面</a:t>
            </a:r>
            <a:r>
              <a:rPr lang="en-US" altLang="ja-JP"/>
              <a:t>&lt;/h3&gt;;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0"/>
            <a:r>
              <a:rPr lang="en-US" altLang="ja-JP"/>
              <a:t>Settings.js</a:t>
            </a:r>
            <a:endParaRPr lang="en-US" altLang="ja-JP"/>
          </a:p>
          <a:p>
            <a:pPr lvl="1"/>
            <a:r>
              <a:rPr lang="en-US" altLang="ja-JP"/>
              <a:t>export default function Settings() {</a:t>
            </a:r>
            <a:endParaRPr lang="en-US" altLang="ja-JP"/>
          </a:p>
          <a:p>
            <a:pPr lvl="1"/>
            <a:r>
              <a:rPr lang="en-US" altLang="ja-JP"/>
              <a:t>  return &lt;h3&gt;</a:t>
            </a:r>
            <a:r>
              <a:rPr lang="ja-JP" altLang="en-US"/>
              <a:t>设置页面</a:t>
            </a:r>
            <a:r>
              <a:rPr lang="en-US" altLang="ja-JP"/>
              <a:t>&lt;/h3&gt;;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嵌套</a:t>
            </a:r>
            <a:r>
              <a:rPr lang="zh-CN" altLang="en-US"/>
              <a:t>路由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嵌套路由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489075"/>
            <a:ext cx="10515600" cy="5368925"/>
          </a:xfrm>
        </p:spPr>
        <p:txBody>
          <a:bodyPr>
            <a:normAutofit fontScale="25000"/>
          </a:bodyPr>
          <a:p>
            <a:r>
              <a:rPr lang="en-US" altLang="ja-JP">
                <a:sym typeface="+mn-ea"/>
              </a:rPr>
              <a:t>App.js</a:t>
            </a:r>
            <a:endParaRPr lang="en-US" altLang="ja-JP">
              <a:sym typeface="+mn-ea"/>
            </a:endParaRPr>
          </a:p>
          <a:p>
            <a:r>
              <a:rPr lang="en-US" altLang="ja-JP"/>
              <a:t>import { BrowserRouter, Routes, Route } from 'react-router-dom';</a:t>
            </a:r>
            <a:endParaRPr lang="en-US" altLang="ja-JP"/>
          </a:p>
          <a:p>
            <a:r>
              <a:rPr lang="en-US" altLang="ja-JP"/>
              <a:t>import Dashboard from './pages/Dashboard';</a:t>
            </a:r>
            <a:endParaRPr lang="en-US" altLang="ja-JP"/>
          </a:p>
          <a:p>
            <a:r>
              <a:rPr lang="en-US" altLang="ja-JP"/>
              <a:t>import Profile from './pages/Profile';</a:t>
            </a:r>
            <a:endParaRPr lang="en-US" altLang="ja-JP"/>
          </a:p>
          <a:p>
            <a:r>
              <a:rPr lang="en-US" altLang="ja-JP"/>
              <a:t>import Settings from './pages/Settings';</a:t>
            </a:r>
            <a:endParaRPr lang="en-US" altLang="ja-JP"/>
          </a:p>
          <a:p>
            <a:r>
              <a:rPr lang="en-US" altLang="ja-JP"/>
              <a:t>export default function App() {</a:t>
            </a:r>
            <a:endParaRPr lang="en-US" altLang="ja-JP"/>
          </a:p>
          <a:p>
            <a:r>
              <a:rPr lang="en-US" altLang="ja-JP"/>
              <a:t>  return (</a:t>
            </a:r>
            <a:endParaRPr lang="en-US" altLang="ja-JP"/>
          </a:p>
          <a:p>
            <a:r>
              <a:rPr lang="en-US" altLang="ja-JP"/>
              <a:t>    &lt;BrowserRouter&gt;</a:t>
            </a:r>
            <a:endParaRPr lang="en-US" altLang="ja-JP"/>
          </a:p>
          <a:p>
            <a:r>
              <a:rPr lang="en-US" altLang="ja-JP"/>
              <a:t>      &lt;Routes&gt;</a:t>
            </a:r>
            <a:endParaRPr lang="en-US" altLang="ja-JP"/>
          </a:p>
          <a:p>
            <a:r>
              <a:rPr lang="en-US" altLang="ja-JP"/>
              <a:t>        {/* </a:t>
            </a:r>
            <a:r>
              <a:rPr lang="ja-JP" altLang="en-US"/>
              <a:t>父级路由</a:t>
            </a:r>
            <a:r>
              <a:rPr lang="en-US" altLang="ja-JP"/>
              <a:t> */}</a:t>
            </a:r>
            <a:endParaRPr lang="en-US" altLang="ja-JP"/>
          </a:p>
          <a:p>
            <a:r>
              <a:rPr lang="en-US" altLang="ja-JP"/>
              <a:t>        &lt;Route path="/dashboard" element={&lt;Dashboard /&gt;}&gt;</a:t>
            </a:r>
            <a:endParaRPr lang="en-US" altLang="ja-JP"/>
          </a:p>
          <a:p>
            <a:r>
              <a:rPr lang="en-US" altLang="ja-JP"/>
              <a:t>          {/* </a:t>
            </a:r>
            <a:r>
              <a:rPr lang="ja-JP" altLang="en-US"/>
              <a:t>子路由（注意：</a:t>
            </a:r>
            <a:r>
              <a:rPr lang="en-US" altLang="ja-JP"/>
              <a:t>path </a:t>
            </a:r>
            <a:r>
              <a:rPr lang="ja-JP" altLang="en-US"/>
              <a:t>不需要写</a:t>
            </a:r>
            <a:r>
              <a:rPr lang="en-US" altLang="ja-JP"/>
              <a:t> /</a:t>
            </a:r>
            <a:r>
              <a:rPr lang="ja-JP" altLang="en-US"/>
              <a:t>）</a:t>
            </a:r>
            <a:r>
              <a:rPr lang="en-US" altLang="ja-JP"/>
              <a:t> */}</a:t>
            </a:r>
            <a:endParaRPr lang="en-US" altLang="ja-JP"/>
          </a:p>
          <a:p>
            <a:r>
              <a:rPr lang="en-US" altLang="ja-JP"/>
              <a:t>          &lt;Route path="profile" element={&lt;Profile /&gt;} /&gt;</a:t>
            </a:r>
            <a:endParaRPr lang="en-US" altLang="ja-JP"/>
          </a:p>
          <a:p>
            <a:r>
              <a:rPr lang="en-US" altLang="ja-JP"/>
              <a:t>          &lt;Route path="settings" element={&lt;Settings /&gt;} /&gt;</a:t>
            </a:r>
            <a:endParaRPr lang="en-US" altLang="ja-JP"/>
          </a:p>
          <a:p>
            <a:r>
              <a:rPr lang="en-US" altLang="ja-JP"/>
              <a:t>          {/* </a:t>
            </a:r>
            <a:r>
              <a:rPr lang="ja-JP" altLang="en-US"/>
              <a:t>默认子页面</a:t>
            </a:r>
            <a:r>
              <a:rPr lang="en-US" altLang="ja-JP"/>
              <a:t> */}</a:t>
            </a:r>
            <a:endParaRPr lang="en-US" altLang="ja-JP"/>
          </a:p>
          <a:p>
            <a:r>
              <a:rPr lang="en-US" altLang="ja-JP"/>
              <a:t>          &lt;Route index element={&lt;h4&gt;</a:t>
            </a:r>
            <a:r>
              <a:rPr lang="ja-JP" altLang="en-US"/>
              <a:t>请选择子页面</a:t>
            </a:r>
            <a:r>
              <a:rPr lang="en-US" altLang="ja-JP"/>
              <a:t>&lt;/h4&gt;} /&gt;</a:t>
            </a:r>
            <a:endParaRPr lang="en-US" altLang="ja-JP"/>
          </a:p>
          <a:p>
            <a:r>
              <a:rPr lang="en-US" altLang="ja-JP"/>
              <a:t>        &lt;/Route&gt;</a:t>
            </a:r>
            <a:endParaRPr lang="en-US" altLang="ja-JP"/>
          </a:p>
          <a:p>
            <a:r>
              <a:rPr lang="en-US" altLang="ja-JP"/>
              <a:t>        {/* </a:t>
            </a:r>
            <a:r>
              <a:rPr lang="ja-JP" altLang="en-US"/>
              <a:t>其他页面或</a:t>
            </a:r>
            <a:r>
              <a:rPr lang="en-US" altLang="ja-JP"/>
              <a:t> 404 */}</a:t>
            </a:r>
            <a:endParaRPr lang="en-US" altLang="ja-JP"/>
          </a:p>
          <a:p>
            <a:r>
              <a:rPr lang="en-US" altLang="ja-JP"/>
              <a:t>        &lt;Route path="*" element={&lt;h3&gt;</a:t>
            </a:r>
            <a:r>
              <a:rPr lang="ja-JP" altLang="en-US"/>
              <a:t>页面不存在</a:t>
            </a:r>
            <a:r>
              <a:rPr lang="en-US" altLang="ja-JP"/>
              <a:t>&lt;/h3&gt;} /&gt;</a:t>
            </a:r>
            <a:endParaRPr lang="en-US" altLang="ja-JP"/>
          </a:p>
          <a:p>
            <a:r>
              <a:rPr lang="en-US" altLang="ja-JP"/>
              <a:t>      &lt;/Routes&gt;</a:t>
            </a:r>
            <a:endParaRPr lang="en-US" altLang="ja-JP"/>
          </a:p>
          <a:p>
            <a:r>
              <a:rPr lang="en-US" altLang="ja-JP"/>
              <a:t>    &lt;/BrowserRouter&gt;</a:t>
            </a:r>
            <a:endParaRPr lang="en-US" altLang="ja-JP"/>
          </a:p>
          <a:p>
            <a:r>
              <a:rPr lang="en-US" altLang="ja-JP"/>
              <a:t>  );</a:t>
            </a:r>
            <a:endParaRPr lang="en-US" altLang="ja-JP"/>
          </a:p>
          <a:p>
            <a:r>
              <a:rPr lang="en-US" altLang="ja-JP"/>
              <a:t>}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ja-JP"/>
              <a:t>练习</a:t>
            </a:r>
            <a:endParaRPr lang="zh-CN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增加三级嵌套（如</a:t>
            </a:r>
            <a:r>
              <a:rPr lang="en-US" altLang="ja-JP"/>
              <a:t> /dashboard/profile/detail</a:t>
            </a:r>
            <a:r>
              <a:rPr lang="ja-JP" altLang="en-US"/>
              <a:t>）</a:t>
            </a:r>
            <a:endParaRPr lang="ja-JP" altLang="en-US"/>
          </a:p>
          <a:p>
            <a:r>
              <a:rPr lang="ja-JP" altLang="en-US"/>
              <a:t>在子页面中加入导航返回父级按钮</a:t>
            </a:r>
            <a:endParaRPr lang="ja-JP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动态路由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ja-JP" altLang="en-US"/>
              <a:t>动态路由指的是：</a:t>
            </a:r>
            <a:r>
              <a:rPr lang="en-US" altLang="ja-JP"/>
              <a:t>URL </a:t>
            </a:r>
            <a:r>
              <a:rPr lang="ja-JP" altLang="en-US"/>
              <a:t>中的一部分是变量（参数），用于表示不同的资源或页面。</a:t>
            </a:r>
            <a:endParaRPr lang="ja-JP" altLang="en-US"/>
          </a:p>
          <a:p>
            <a:r>
              <a:rPr lang="ja-JP" altLang="en-US"/>
              <a:t>动态路由的语法</a:t>
            </a:r>
            <a:endParaRPr lang="ja-JP" altLang="en-US"/>
          </a:p>
          <a:p>
            <a:pPr lvl="1"/>
            <a:r>
              <a:rPr lang="en-US" altLang="ja-JP"/>
              <a:t>&lt;Route path="/user/:id" element={&lt;User /&gt;} /&gt;</a:t>
            </a:r>
            <a:endParaRPr lang="en-US" altLang="ja-JP"/>
          </a:p>
          <a:p>
            <a:pPr lvl="2"/>
            <a:r>
              <a:rPr lang="en-US" altLang="ja-JP"/>
              <a:t>:id </a:t>
            </a:r>
            <a:r>
              <a:rPr lang="ja-JP" altLang="en-US"/>
              <a:t>表示这个部分是动态参数</a:t>
            </a:r>
            <a:endParaRPr lang="en-US" altLang="ja-JP"/>
          </a:p>
          <a:p>
            <a:pPr lvl="2"/>
            <a:r>
              <a:rPr lang="ja-JP" altLang="en-US"/>
              <a:t>在组件中使用</a:t>
            </a:r>
            <a:r>
              <a:rPr lang="en-US" altLang="ja-JP"/>
              <a:t> useParams() </a:t>
            </a:r>
            <a:r>
              <a:rPr lang="ja-JP" altLang="en-US"/>
              <a:t>来获取</a:t>
            </a:r>
            <a:endParaRPr lang="ja-JP" altLang="en-US"/>
          </a:p>
          <a:p>
            <a:pPr lvl="1"/>
            <a:r>
              <a:rPr lang="en-US" altLang="ja-JP"/>
              <a:t>&lt;Route path="/post/:year/:slug" element={&lt;Post /&gt;} /&gt;	</a:t>
            </a:r>
            <a:endParaRPr lang="en-US" altLang="ja-JP"/>
          </a:p>
          <a:p>
            <a:pPr lvl="2"/>
            <a:r>
              <a:rPr lang="ja-JP" altLang="en-US"/>
              <a:t>可用于多个参数的情况</a:t>
            </a:r>
            <a:endParaRPr lang="ja-JP" altLang="en-US"/>
          </a:p>
          <a:p>
            <a:pPr lvl="2"/>
            <a:r>
              <a:rPr lang="ja-JP" altLang="en-US"/>
              <a:t>访问</a:t>
            </a:r>
            <a:r>
              <a:rPr lang="en-US" altLang="ja-JP"/>
              <a:t> /post/2024/react-router-v6-guide</a:t>
            </a:r>
            <a:endParaRPr lang="en-US" altLang="ja-JP"/>
          </a:p>
          <a:p>
            <a:pPr lvl="2"/>
            <a:r>
              <a:rPr lang="en-US" altLang="ja-JP"/>
              <a:t>year = "2024"</a:t>
            </a:r>
            <a:endParaRPr lang="en-US" altLang="ja-JP"/>
          </a:p>
          <a:p>
            <a:pPr lvl="2"/>
            <a:r>
              <a:rPr lang="en-US" altLang="ja-JP"/>
              <a:t>slug = "react-router-v6-guide"</a:t>
            </a:r>
            <a:endParaRPr lang="en-US" altLang="ja-JP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ja-JP"/>
              <a:t>动态路由</a:t>
            </a:r>
            <a:endParaRPr lang="zh-CN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ja-JP"/>
              <a:t>User.js</a:t>
            </a:r>
            <a:endParaRPr lang="en-US" altLang="ja-JP"/>
          </a:p>
          <a:p>
            <a:pPr lvl="1"/>
            <a:r>
              <a:rPr lang="en-US" altLang="ja-JP"/>
              <a:t>import { useParams } from 'react-router-dom';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export default function User() {</a:t>
            </a:r>
            <a:endParaRPr lang="en-US" altLang="ja-JP"/>
          </a:p>
          <a:p>
            <a:pPr lvl="1"/>
            <a:r>
              <a:rPr lang="en-US" altLang="ja-JP"/>
              <a:t>  const { id } = useParams(); // </a:t>
            </a:r>
            <a:r>
              <a:rPr lang="ja-JP" altLang="en-US"/>
              <a:t>获取动态参数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&lt;h2&gt;</a:t>
            </a:r>
            <a:r>
              <a:rPr lang="ja-JP" altLang="en-US"/>
              <a:t>用户详情页</a:t>
            </a:r>
            <a:r>
              <a:rPr lang="en-US" altLang="ja-JP"/>
              <a:t>&lt;/h2&gt;</a:t>
            </a:r>
            <a:endParaRPr lang="en-US" altLang="ja-JP"/>
          </a:p>
          <a:p>
            <a:pPr lvl="1"/>
            <a:r>
              <a:rPr lang="en-US" altLang="ja-JP"/>
              <a:t>      &lt;p&gt;</a:t>
            </a:r>
            <a:r>
              <a:rPr lang="ja-JP" altLang="en-US"/>
              <a:t>用户</a:t>
            </a:r>
            <a:r>
              <a:rPr lang="en-US" altLang="ja-JP"/>
              <a:t> ID</a:t>
            </a:r>
            <a:r>
              <a:rPr lang="ja-JP" altLang="en-US"/>
              <a:t>：</a:t>
            </a:r>
            <a:r>
              <a:rPr lang="en-US" altLang="ja-JP"/>
              <a:t>{id}&lt;/p&gt;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useParams()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useParams() </a:t>
            </a:r>
            <a:r>
              <a:rPr lang="ja-JP" altLang="en-US"/>
              <a:t>是</a:t>
            </a:r>
            <a:r>
              <a:rPr lang="en-US" altLang="ja-JP"/>
              <a:t> React Router </a:t>
            </a:r>
            <a:r>
              <a:rPr lang="ja-JP" altLang="en-US"/>
              <a:t>提供的一个</a:t>
            </a:r>
            <a:r>
              <a:rPr lang="en-US" altLang="ja-JP"/>
              <a:t> Hook</a:t>
            </a:r>
            <a:r>
              <a:rPr lang="ja-JP" altLang="en-US"/>
              <a:t>，用于获取当前</a:t>
            </a:r>
            <a:r>
              <a:rPr lang="en-US" altLang="ja-JP"/>
              <a:t> URL </a:t>
            </a:r>
            <a:r>
              <a:rPr lang="ja-JP" altLang="en-US"/>
              <a:t>中</a:t>
            </a:r>
            <a:r>
              <a:rPr lang="ja-JP" altLang="en-US" sz="3200" b="1">
                <a:solidFill>
                  <a:srgbClr val="FF0000"/>
                </a:solidFill>
              </a:rPr>
              <a:t>动态参数的值</a:t>
            </a:r>
            <a:r>
              <a:rPr lang="ja-JP" altLang="en-US"/>
              <a:t>。它通常搭配</a:t>
            </a:r>
            <a:r>
              <a:rPr lang="en-US" altLang="ja-JP"/>
              <a:t> path="/xxx/:</a:t>
            </a:r>
            <a:r>
              <a:rPr lang="ja-JP" altLang="en-US"/>
              <a:t>参数名</a:t>
            </a:r>
            <a:r>
              <a:rPr lang="en-US" altLang="ja-JP"/>
              <a:t>" </a:t>
            </a:r>
            <a:r>
              <a:rPr lang="ja-JP" altLang="en-US"/>
              <a:t>使用。</a:t>
            </a:r>
            <a:endParaRPr lang="ja-JP" altLang="en-US"/>
          </a:p>
          <a:p>
            <a:r>
              <a:rPr lang="ja-JP" altLang="en-US"/>
              <a:t>基本语法</a:t>
            </a:r>
            <a:endParaRPr lang="ja-JP" altLang="en-US"/>
          </a:p>
          <a:p>
            <a:pPr lvl="1"/>
            <a:r>
              <a:rPr lang="en-US" altLang="ja-JP"/>
              <a:t>import { useParams } from 'react-router-dom';</a:t>
            </a:r>
            <a:endParaRPr lang="en-US" altLang="ja-JP"/>
          </a:p>
          <a:p>
            <a:pPr lvl="1"/>
            <a:r>
              <a:rPr lang="en-US" altLang="ja-JP"/>
              <a:t>const params = useParams();</a:t>
            </a:r>
            <a:endParaRPr lang="en-US" altLang="ja-JP"/>
          </a:p>
          <a:p>
            <a:pPr lvl="1"/>
            <a:r>
              <a:rPr lang="ja-JP" altLang="en-US"/>
              <a:t>返回值是一个对象，键为你在</a:t>
            </a:r>
            <a:r>
              <a:rPr lang="en-US" altLang="ja-JP"/>
              <a:t> &lt;Route path="..."&gt; </a:t>
            </a:r>
            <a:r>
              <a:rPr lang="ja-JP" altLang="en-US"/>
              <a:t>中定义的参数名，值为当前</a:t>
            </a:r>
            <a:r>
              <a:rPr lang="en-US" altLang="ja-JP"/>
              <a:t> URL </a:t>
            </a:r>
            <a:r>
              <a:rPr lang="ja-JP" altLang="en-US"/>
              <a:t>中传入的实际参数（字符串类型）。</a:t>
            </a:r>
            <a:endParaRPr lang="ja-JP" altLang="en-US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useParams()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参数特点</a:t>
            </a:r>
            <a:endParaRPr lang="ja-JP" altLang="en-US"/>
          </a:p>
          <a:p>
            <a:pPr lvl="1"/>
            <a:r>
              <a:rPr lang="ja-JP" altLang="en-US"/>
              <a:t>全是字符串类型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不管</a:t>
            </a:r>
            <a:r>
              <a:rPr lang="en-US" altLang="ja-JP"/>
              <a:t> URL </a:t>
            </a:r>
            <a:r>
              <a:rPr lang="ja-JP" altLang="en-US"/>
              <a:t>中是数字、英文还是汉字，获取到的一律是字符串</a:t>
            </a:r>
            <a:endParaRPr lang="ja-JP" altLang="en-US"/>
          </a:p>
          <a:p>
            <a:pPr lvl="1"/>
            <a:r>
              <a:rPr lang="ja-JP" altLang="en-US"/>
              <a:t>不存在则为</a:t>
            </a:r>
            <a:r>
              <a:rPr lang="en-US" altLang="ja-JP"/>
              <a:t> undefined	</a:t>
            </a:r>
            <a:endParaRPr lang="en-US" altLang="ja-JP"/>
          </a:p>
          <a:p>
            <a:pPr lvl="2"/>
            <a:r>
              <a:rPr lang="ja-JP" altLang="en-US"/>
              <a:t>如</a:t>
            </a:r>
            <a:r>
              <a:rPr lang="en-US" altLang="ja-JP"/>
              <a:t> URL </a:t>
            </a:r>
            <a:r>
              <a:rPr lang="ja-JP" altLang="en-US"/>
              <a:t>不匹配该参数，返回的对象没有该键或为</a:t>
            </a:r>
            <a:r>
              <a:rPr lang="en-US" altLang="ja-JP"/>
              <a:t> undefined</a:t>
            </a:r>
            <a:endParaRPr lang="en-US" altLang="ja-JP"/>
          </a:p>
          <a:p>
            <a:pPr lvl="1"/>
            <a:r>
              <a:rPr lang="ja-JP" altLang="en-US"/>
              <a:t>不支持查询参数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useParams() </a:t>
            </a:r>
            <a:r>
              <a:rPr lang="ja-JP" altLang="en-US"/>
              <a:t>只能读取路径参数，不能获取</a:t>
            </a:r>
            <a:r>
              <a:rPr lang="en-US" altLang="ja-JP"/>
              <a:t> ?id=123 </a:t>
            </a:r>
            <a:r>
              <a:rPr lang="ja-JP" altLang="en-US"/>
              <a:t>这样的查询</a:t>
            </a:r>
            <a:endParaRPr lang="ja-JP" altLang="en-US"/>
          </a:p>
          <a:p>
            <a:pPr lvl="0"/>
            <a:r>
              <a:rPr lang="ja-JP" altLang="en-US"/>
              <a:t>若要获取</a:t>
            </a:r>
            <a:r>
              <a:rPr lang="en-US" altLang="ja-JP"/>
              <a:t> ?id=123 </a:t>
            </a:r>
            <a:r>
              <a:rPr lang="ja-JP" altLang="en-US"/>
              <a:t>这样的查询参数，应使用：</a:t>
            </a:r>
            <a:r>
              <a:rPr lang="en-US" altLang="ja-JP"/>
              <a:t>useSearchParams()</a:t>
            </a:r>
            <a:endParaRPr lang="en-US" altLang="ja-JP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编程式跳转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相对于</a:t>
            </a:r>
            <a:r>
              <a:rPr lang="en-US" altLang="ja-JP"/>
              <a:t> &lt;Link&gt; </a:t>
            </a:r>
            <a:r>
              <a:rPr lang="ja-JP" altLang="en-US"/>
              <a:t>的静态跳转，程序化导航是指在</a:t>
            </a:r>
            <a:r>
              <a:rPr lang="en-US" altLang="ja-JP"/>
              <a:t>JavaScript </a:t>
            </a:r>
            <a:r>
              <a:rPr lang="ja-JP" altLang="en-US"/>
              <a:t>逻辑中（事件、回调、</a:t>
            </a:r>
            <a:r>
              <a:rPr lang="en-US" altLang="ja-JP"/>
              <a:t>hook </a:t>
            </a:r>
            <a:r>
              <a:rPr lang="ja-JP" altLang="en-US"/>
              <a:t>中）主动触发页面跳转。</a:t>
            </a:r>
            <a:endParaRPr lang="ja-JP" altLang="en-US"/>
          </a:p>
          <a:p>
            <a:r>
              <a:rPr lang="zh-CN" altLang="ja-JP"/>
              <a:t>场景</a:t>
            </a:r>
            <a:endParaRPr lang="zh-CN" altLang="ja-JP"/>
          </a:p>
          <a:p>
            <a:pPr lvl="1"/>
            <a:r>
              <a:rPr lang="ja-JP" altLang="en-US"/>
              <a:t>登录成功后跳转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登录后跳转到首页</a:t>
            </a:r>
            <a:r>
              <a:rPr lang="en-US" altLang="ja-JP"/>
              <a:t> /dashboard</a:t>
            </a:r>
            <a:endParaRPr lang="en-US" altLang="ja-JP"/>
          </a:p>
          <a:p>
            <a:pPr lvl="1"/>
            <a:r>
              <a:rPr lang="ja-JP" altLang="en-US"/>
              <a:t>提交表单后跳转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注册完跳转到欢迎页</a:t>
            </a:r>
            <a:r>
              <a:rPr lang="en-US" altLang="ja-JP"/>
              <a:t> /welcome</a:t>
            </a:r>
            <a:endParaRPr lang="en-US" altLang="ja-JP"/>
          </a:p>
          <a:p>
            <a:pPr lvl="1"/>
            <a:r>
              <a:rPr lang="ja-JP" altLang="en-US"/>
              <a:t>动态跳转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navigate("/user/" + userId)</a:t>
            </a:r>
            <a:endParaRPr lang="en-US" altLang="ja-JP"/>
          </a:p>
          <a:p>
            <a:pPr lvl="1"/>
            <a:r>
              <a:rPr lang="ja-JP" altLang="en-US"/>
              <a:t>携带状态跳转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跳转到页面并带上一些数据</a:t>
            </a:r>
            <a:endParaRPr lang="ja-JP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ja-JP"/>
              <a:t>编程式</a:t>
            </a:r>
            <a:r>
              <a:rPr lang="zh-CN" altLang="ja-JP"/>
              <a:t>跳转</a:t>
            </a:r>
            <a:endParaRPr lang="zh-CN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ja-JP" altLang="en-US"/>
              <a:t>核心</a:t>
            </a:r>
            <a:r>
              <a:rPr lang="en-US" altLang="ja-JP"/>
              <a:t> hook</a:t>
            </a:r>
            <a:r>
              <a:rPr lang="ja-JP" altLang="en-US"/>
              <a:t>：</a:t>
            </a:r>
            <a:r>
              <a:rPr lang="en-US" altLang="ja-JP"/>
              <a:t>useNavigate()</a:t>
            </a:r>
            <a:endParaRPr lang="en-US" altLang="ja-JP"/>
          </a:p>
          <a:p>
            <a:pPr lvl="1"/>
            <a:r>
              <a:rPr lang="ja-JP" altLang="en-US"/>
              <a:t>获取跳转函数</a:t>
            </a:r>
            <a:endParaRPr lang="ja-JP" altLang="en-US"/>
          </a:p>
          <a:p>
            <a:r>
              <a:rPr lang="zh-CN" altLang="en-US"/>
              <a:t>引入</a:t>
            </a:r>
            <a:r>
              <a:rPr lang="zh-CN" altLang="en-US"/>
              <a:t>并调用</a:t>
            </a:r>
            <a:endParaRPr lang="zh-CN" altLang="en-US"/>
          </a:p>
          <a:p>
            <a:pPr lvl="1"/>
            <a:r>
              <a:rPr lang="en-US" altLang="ja-JP"/>
              <a:t>import { useNavigate } from 'react-router-dom';</a:t>
            </a:r>
            <a:endParaRPr lang="en-US" altLang="ja-JP"/>
          </a:p>
          <a:p>
            <a:pPr lvl="1"/>
            <a:r>
              <a:rPr lang="en-US" altLang="ja-JP"/>
              <a:t>function MyComponent() {</a:t>
            </a:r>
            <a:endParaRPr lang="en-US" altLang="ja-JP"/>
          </a:p>
          <a:p>
            <a:pPr lvl="1"/>
            <a:r>
              <a:rPr lang="en-US" altLang="ja-JP"/>
              <a:t>  const navigate = useNavigate();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&lt;button onClick={() =&gt; navigate('/dashboard')}&gt;</a:t>
            </a:r>
            <a:endParaRPr lang="ja-JP" altLang="en-US"/>
          </a:p>
          <a:p>
            <a:pPr lvl="1"/>
            <a:r>
              <a:rPr lang="en-US" altLang="ja-JP"/>
              <a:t>    &lt;/button&gt;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0"/>
            <a:r>
              <a:rPr lang="ja-JP" altLang="en-US"/>
              <a:t>效果</a:t>
            </a:r>
            <a:endParaRPr lang="ja-JP" altLang="en-US"/>
          </a:p>
          <a:p>
            <a:pPr lvl="1"/>
            <a:r>
              <a:rPr lang="ja-JP" altLang="en-US"/>
              <a:t>点击按钮后，页面跳转到</a:t>
            </a:r>
            <a:r>
              <a:rPr lang="en-US" altLang="ja-JP"/>
              <a:t> /dashboard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ja-JP"/>
              <a:t>编程式</a:t>
            </a:r>
            <a:r>
              <a:rPr lang="zh-CN" altLang="ja-JP"/>
              <a:t>跳转</a:t>
            </a:r>
            <a:endParaRPr lang="zh-CN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488440"/>
            <a:ext cx="10515600" cy="5369560"/>
          </a:xfrm>
        </p:spPr>
        <p:txBody>
          <a:bodyPr>
            <a:normAutofit fontScale="70000"/>
          </a:bodyPr>
          <a:p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navigate()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的参数说明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navigate(to: string, options?: {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 replace?: boolean,   //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是否替换当前历史记录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 state?: any          //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传递状态对象（非</a:t>
            </a:r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URL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参数）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zh-CN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285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285">
                <a:latin typeface="Arial" panose="020B0604020202020204" pitchFamily="34" charset="0"/>
                <a:cs typeface="Arial" panose="020B0604020202020204" pitchFamily="34" charset="0"/>
              </a:rPr>
              <a:t>：表示要跳转的</a:t>
            </a:r>
            <a:r>
              <a:rPr lang="en-US" altLang="zh-CN" sz="2285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endParaRPr lang="en-US" altLang="zh-CN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285"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zh-CN" altLang="en-US" sz="2285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zh-CN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replace: true	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替代当前历史记录，不保留上一页（适合登录、支付等）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navigate('/home', { replace: true });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state: {}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传递非</a:t>
            </a:r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URL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状态参数（如临时数据），可在目标页面通过</a:t>
            </a:r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useLocation()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获取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navigate('/success', { state: { name: zhangsan , id :1 ,sex:man} });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zh-CN" altLang="en-US" sz="2285">
                <a:latin typeface="Arial" panose="020B0604020202020204" pitchFamily="34" charset="0"/>
                <a:cs typeface="Arial" panose="020B0604020202020204" pitchFamily="34" charset="0"/>
              </a:rPr>
              <a:t>举例</a:t>
            </a:r>
            <a:endParaRPr lang="zh-CN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跳转并传参数（路径</a:t>
            </a:r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状态）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navigate(`/user/${id}`, { state: { from: 'search' } });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返回上一页</a:t>
            </a:r>
            <a:endParaRPr lang="ja-JP" altLang="en-US" sz="228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navigate(-1); // </a:t>
            </a:r>
            <a:r>
              <a:rPr lang="ja-JP" altLang="en-US" sz="2285">
                <a:latin typeface="Arial" panose="020B0604020202020204" pitchFamily="34" charset="0"/>
                <a:cs typeface="Arial" panose="020B0604020202020204" pitchFamily="34" charset="0"/>
              </a:rPr>
              <a:t>相当于</a:t>
            </a:r>
            <a:r>
              <a:rPr lang="en-US" altLang="ja-JP" sz="2285">
                <a:latin typeface="Arial" panose="020B0604020202020204" pitchFamily="34" charset="0"/>
                <a:cs typeface="Arial" panose="020B0604020202020204" pitchFamily="34" charset="0"/>
              </a:rPr>
              <a:t> history.back()</a:t>
            </a:r>
            <a:endParaRPr lang="en-US" altLang="ja-JP" sz="228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重定向（</a:t>
            </a:r>
            <a:r>
              <a:rPr lang="en-US" altLang="ja-JP"/>
              <a:t>Redirect</a:t>
            </a:r>
            <a:r>
              <a:rPr lang="ja-JP" altLang="en-US"/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重定向（</a:t>
            </a:r>
            <a:r>
              <a:rPr lang="en-US" altLang="ja-JP"/>
              <a:t>Redirect</a:t>
            </a:r>
            <a:r>
              <a:rPr lang="ja-JP" altLang="en-US"/>
              <a:t>）或条件跳转是通过</a:t>
            </a:r>
            <a:r>
              <a:rPr lang="en-US" altLang="ja-JP"/>
              <a:t> &lt;Navigate /&gt; </a:t>
            </a:r>
            <a:r>
              <a:rPr lang="ja-JP" altLang="en-US"/>
              <a:t>组件实现的，它可以根据逻辑条件强制跳转到指定页面</a:t>
            </a:r>
            <a:endParaRPr lang="ja-JP" altLang="en-US"/>
          </a:p>
          <a:p>
            <a:r>
              <a:rPr lang="ja-JP" altLang="en-US"/>
              <a:t>核心组件：</a:t>
            </a:r>
            <a:r>
              <a:rPr lang="en-US" altLang="ja-JP"/>
              <a:t>&lt;Navigate /&gt;</a:t>
            </a:r>
            <a:endParaRPr lang="en-US" altLang="ja-JP"/>
          </a:p>
          <a:p>
            <a:pPr lvl="1"/>
            <a:r>
              <a:rPr lang="en-US" altLang="ja-JP"/>
              <a:t>&lt;Navigate to="/</a:t>
            </a:r>
            <a:r>
              <a:rPr lang="ja-JP" altLang="en-US"/>
              <a:t>目标路径</a:t>
            </a:r>
            <a:r>
              <a:rPr lang="en-US" altLang="ja-JP"/>
              <a:t>" replace /&gt;</a:t>
            </a:r>
            <a:endParaRPr lang="en-US" altLang="ja-JP"/>
          </a:p>
          <a:p>
            <a:pPr lvl="0"/>
            <a:r>
              <a:rPr lang="ja-JP" altLang="en-US"/>
              <a:t>参数说明</a:t>
            </a:r>
            <a:endParaRPr lang="ja-JP" altLang="en-US"/>
          </a:p>
          <a:p>
            <a:pPr lvl="1"/>
            <a:r>
              <a:rPr lang="en-US" altLang="ja-JP"/>
              <a:t>to		</a:t>
            </a:r>
            <a:r>
              <a:rPr lang="ja-JP" altLang="en-US"/>
              <a:t>跳转目标路径</a:t>
            </a:r>
            <a:endParaRPr lang="ja-JP" altLang="en-US"/>
          </a:p>
          <a:p>
            <a:pPr lvl="1"/>
            <a:r>
              <a:rPr lang="en-US" altLang="ja-JP"/>
              <a:t>replace		</a:t>
            </a:r>
            <a:r>
              <a:rPr lang="ja-JP" altLang="en-US"/>
              <a:t>是否替换当前历史记录（不留后退按钮）</a:t>
            </a:r>
            <a:endParaRPr lang="ja-JP" altLang="en-US"/>
          </a:p>
          <a:p>
            <a:pPr lvl="1"/>
            <a:r>
              <a:rPr lang="en-US" altLang="ja-JP"/>
              <a:t>state		</a:t>
            </a:r>
            <a:r>
              <a:rPr lang="ja-JP" altLang="en-US"/>
              <a:t>可选，用于传递状态对象</a:t>
            </a:r>
            <a:endParaRPr lang="ja-JP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重定向（</a:t>
            </a:r>
            <a:r>
              <a:rPr lang="en-US" altLang="ja-JP">
                <a:sym typeface="+mn-ea"/>
              </a:rPr>
              <a:t>Redirect</a:t>
            </a:r>
            <a:r>
              <a:rPr lang="ja-JP" altLang="en-US">
                <a:sym typeface="+mn-ea"/>
              </a:rPr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624840" y="1520825"/>
            <a:ext cx="10515600" cy="4351338"/>
          </a:xfrm>
        </p:spPr>
        <p:txBody>
          <a:bodyPr>
            <a:normAutofit lnSpcReduction="20000"/>
          </a:bodyPr>
          <a:p>
            <a:r>
              <a:rPr lang="ja-JP" altLang="en-US"/>
              <a:t>页面逻辑中条件跳转</a:t>
            </a:r>
            <a:endParaRPr lang="ja-JP" altLang="en-US"/>
          </a:p>
          <a:p>
            <a:pPr lvl="1"/>
            <a:r>
              <a:rPr lang="en-US" altLang="ja-JP"/>
              <a:t>import { Navigate } from 'react-router-dom';</a:t>
            </a:r>
            <a:endParaRPr lang="en-US" altLang="ja-JP"/>
          </a:p>
          <a:p>
            <a:pPr lvl="1"/>
            <a:r>
              <a:rPr lang="en-US" altLang="ja-JP"/>
              <a:t>export default function Dashboard() {</a:t>
            </a:r>
            <a:endParaRPr lang="en-US" altLang="ja-JP"/>
          </a:p>
          <a:p>
            <a:pPr lvl="1"/>
            <a:r>
              <a:rPr lang="en-US" altLang="ja-JP"/>
              <a:t>  const isLogin = false; // </a:t>
            </a:r>
            <a:r>
              <a:rPr lang="ja-JP" altLang="en-US"/>
              <a:t>假设用户未登录</a:t>
            </a:r>
            <a:endParaRPr lang="en-US" altLang="ja-JP"/>
          </a:p>
          <a:p>
            <a:pPr lvl="1"/>
            <a:r>
              <a:rPr lang="en-US" altLang="ja-JP"/>
              <a:t>  if (!isLogin) {</a:t>
            </a:r>
            <a:endParaRPr lang="en-US" altLang="ja-JP"/>
          </a:p>
          <a:p>
            <a:pPr lvl="1"/>
            <a:r>
              <a:rPr lang="en-US" altLang="ja-JP"/>
              <a:t>    return &lt;Navigate to="/login" replace /&gt;;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  return &lt;h2&gt;</a:t>
            </a:r>
            <a:r>
              <a:rPr lang="ja-JP" altLang="en-US"/>
              <a:t>欢迎来到仪表盘</a:t>
            </a:r>
            <a:r>
              <a:rPr lang="en-US" altLang="ja-JP"/>
              <a:t>&lt;/h2&gt;;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r>
              <a:rPr lang="ja-JP" altLang="en-US"/>
              <a:t>当未登录时，自动跳转到</a:t>
            </a:r>
            <a:r>
              <a:rPr lang="en-US" altLang="ja-JP"/>
              <a:t> /login</a:t>
            </a:r>
            <a:endParaRPr lang="en-US" altLang="ja-JP"/>
          </a:p>
          <a:p>
            <a:pPr lvl="0"/>
            <a:r>
              <a:rPr lang="ja-JP" altLang="en-US"/>
              <a:t>路由中配置重定向（旧路由重定向）</a:t>
            </a:r>
            <a:endParaRPr lang="ja-JP" altLang="en-US"/>
          </a:p>
          <a:p>
            <a:pPr lvl="1"/>
            <a:r>
              <a:rPr lang="en-US" altLang="ja-JP"/>
              <a:t>&lt;Route path="/old-home" element={&lt;Navigate to="/home" replace /&gt;} /&gt;</a:t>
            </a:r>
            <a:endParaRPr lang="en-US" altLang="ja-JP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重定向（</a:t>
            </a:r>
            <a:r>
              <a:rPr lang="en-US" altLang="ja-JP">
                <a:sym typeface="+mn-ea"/>
              </a:rPr>
              <a:t>Redirect</a:t>
            </a:r>
            <a:r>
              <a:rPr lang="ja-JP" altLang="en-US">
                <a:sym typeface="+mn-ea"/>
              </a:rPr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登录成功后跳转</a:t>
            </a:r>
            <a:endParaRPr lang="ja-JP" altLang="en-US"/>
          </a:p>
          <a:p>
            <a:pPr lvl="1"/>
            <a:r>
              <a:rPr lang="en-US" altLang="ja-JP"/>
              <a:t>const navigate = useNavigate();</a:t>
            </a:r>
            <a:endParaRPr lang="en-US" altLang="ja-JP"/>
          </a:p>
          <a:p>
            <a:pPr lvl="1"/>
            <a:r>
              <a:rPr lang="en-US" altLang="ja-JP"/>
              <a:t>const handleLogin = () =&gt; {</a:t>
            </a:r>
            <a:endParaRPr lang="en-US" altLang="ja-JP"/>
          </a:p>
          <a:p>
            <a:pPr lvl="1"/>
            <a:r>
              <a:rPr lang="en-US" altLang="ja-JP"/>
              <a:t>  navigate('/home', { replace: true });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0"/>
            <a:r>
              <a:rPr lang="ja-JP" altLang="en-US"/>
              <a:t>设置默认页面（重定向根路径）</a:t>
            </a:r>
            <a:endParaRPr lang="ja-JP" altLang="en-US"/>
          </a:p>
          <a:p>
            <a:pPr lvl="1"/>
            <a:r>
              <a:rPr lang="en-US" altLang="ja-JP"/>
              <a:t>&lt;Route path="/" element={&lt;Navigate to="/home" replace /&gt;} /&gt;</a:t>
            </a:r>
            <a:endParaRPr lang="en-US" altLang="ja-JP"/>
          </a:p>
          <a:p>
            <a:pPr lvl="1"/>
            <a:r>
              <a:rPr lang="en-US" altLang="ja-JP"/>
              <a:t>&lt;Route path="*" element={&lt;Navigate to="/home" /&gt;} /&gt;</a:t>
            </a:r>
            <a:endParaRPr lang="en-US" altLang="ja-JP"/>
          </a:p>
          <a:p>
            <a:pPr lvl="0"/>
            <a:r>
              <a:rPr lang="ja-JP" altLang="en-US"/>
              <a:t>携带状态跳转</a:t>
            </a:r>
            <a:endParaRPr lang="ja-JP" altLang="en-US"/>
          </a:p>
          <a:p>
            <a:pPr lvl="1"/>
            <a:r>
              <a:rPr lang="en-US" altLang="ja-JP"/>
              <a:t>&lt;Navigate to="/success" state={{ from: 'register' }} /&gt;</a:t>
            </a:r>
            <a:endParaRPr lang="en-US" altLang="ja-JP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重定向（</a:t>
            </a:r>
            <a:r>
              <a:rPr lang="en-US" altLang="ja-JP">
                <a:sym typeface="+mn-ea"/>
              </a:rPr>
              <a:t>Redirect</a:t>
            </a:r>
            <a:r>
              <a:rPr lang="ja-JP" altLang="en-US">
                <a:sym typeface="+mn-ea"/>
              </a:rPr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ja-JP" altLang="en-US"/>
              <a:t>动态条件重定向（权限控制）</a:t>
            </a:r>
            <a:endParaRPr lang="ja-JP" altLang="en-US"/>
          </a:p>
          <a:p>
            <a:pPr lvl="1"/>
            <a:r>
              <a:rPr lang="en-US" altLang="ja-JP"/>
              <a:t>&lt;Route path="/admin" element={isAdmin ? &lt;Admin /&gt; : &lt;Navigate to="/login" /&gt;} /&gt;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export default function PrivateRoute({ children }) {</a:t>
            </a:r>
            <a:endParaRPr lang="en-US" altLang="ja-JP"/>
          </a:p>
          <a:p>
            <a:pPr lvl="1"/>
            <a:r>
              <a:rPr lang="en-US" altLang="ja-JP"/>
              <a:t>  const isAuth = checkLogin(); // </a:t>
            </a:r>
            <a:r>
              <a:rPr lang="ja-JP" altLang="en-US"/>
              <a:t>自定义登录判断</a:t>
            </a:r>
            <a:endParaRPr lang="ja-JP" altLang="en-US"/>
          </a:p>
          <a:p>
            <a:pPr lvl="1"/>
            <a:r>
              <a:rPr lang="en-US" altLang="ja-JP"/>
              <a:t>  return isAuth ? children : &lt;Navigate to="/login" replace /&gt;;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// </a:t>
            </a:r>
            <a:r>
              <a:rPr lang="ja-JP" altLang="en-US"/>
              <a:t>使用</a:t>
            </a:r>
            <a:endParaRPr lang="ja-JP" altLang="en-US"/>
          </a:p>
          <a:p>
            <a:pPr lvl="1"/>
            <a:r>
              <a:rPr lang="en-US" altLang="ja-JP"/>
              <a:t>&lt;Route path="/admin" element={</a:t>
            </a:r>
            <a:endParaRPr lang="en-US" altLang="ja-JP"/>
          </a:p>
          <a:p>
            <a:pPr lvl="1"/>
            <a:r>
              <a:rPr lang="en-US" altLang="ja-JP"/>
              <a:t>  &lt;PrivateRoute&gt;</a:t>
            </a:r>
            <a:endParaRPr lang="en-US" altLang="ja-JP"/>
          </a:p>
          <a:p>
            <a:pPr lvl="1"/>
            <a:r>
              <a:rPr lang="en-US" altLang="ja-JP"/>
              <a:t>    &lt;AdminPage /&gt;</a:t>
            </a:r>
            <a:endParaRPr lang="en-US" altLang="ja-JP"/>
          </a:p>
          <a:p>
            <a:pPr lvl="1"/>
            <a:r>
              <a:rPr lang="en-US" altLang="ja-JP"/>
              <a:t>  &lt;/PrivateRoute&gt;</a:t>
            </a:r>
            <a:endParaRPr lang="en-US" altLang="ja-JP"/>
          </a:p>
          <a:p>
            <a:pPr lvl="1"/>
            <a:r>
              <a:rPr lang="en-US" altLang="ja-JP"/>
              <a:t>} /&gt;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404 </a:t>
            </a:r>
            <a:r>
              <a:rPr lang="ja-JP" altLang="en-US"/>
              <a:t>页面处理（</a:t>
            </a:r>
            <a:r>
              <a:rPr lang="en-US" altLang="ja-JP"/>
              <a:t>Not Found</a:t>
            </a:r>
            <a:r>
              <a:rPr lang="ja-JP" altLang="en-US"/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&lt;Route path="*" element={&lt;NotFound /&gt;} /&gt;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ja-JP" altLang="en-US"/>
              <a:t>路由懒加载（</a:t>
            </a:r>
            <a:r>
              <a:rPr lang="en-US" altLang="ja-JP"/>
              <a:t>Route-based Code Splitting</a:t>
            </a:r>
            <a:r>
              <a:rPr lang="ja-JP" altLang="en-US"/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路由懒加载（</a:t>
            </a:r>
            <a:r>
              <a:rPr lang="en-US" altLang="ja-JP"/>
              <a:t>Route-based Code Splitting</a:t>
            </a:r>
            <a:r>
              <a:rPr lang="ja-JP" altLang="en-US"/>
              <a:t>）是</a:t>
            </a:r>
            <a:r>
              <a:rPr lang="en-US" altLang="ja-JP"/>
              <a:t> React Router </a:t>
            </a:r>
            <a:r>
              <a:rPr lang="ja-JP" altLang="en-US"/>
              <a:t>中的一项优化策略，可以按需加载组件，显著提升应用初始加载速度，尤其在组件较多、项目较大时非常有用。</a:t>
            </a:r>
            <a:endParaRPr lang="ja-JP" altLang="en-US"/>
          </a:p>
          <a:p>
            <a:r>
              <a:rPr lang="ja-JP" altLang="en-US"/>
              <a:t>懒加载（</a:t>
            </a:r>
            <a:r>
              <a:rPr lang="en-US" altLang="ja-JP"/>
              <a:t>Lazy Loading</a:t>
            </a:r>
            <a:r>
              <a:rPr lang="ja-JP" altLang="en-US"/>
              <a:t>）指的是：只在用户真正访问某个页面时再加载对应组件代码，而不是一开始就把所有页面都加载到浏览器。</a:t>
            </a:r>
            <a:endParaRPr lang="ja-JP" altLang="en-US"/>
          </a:p>
          <a:p>
            <a:endParaRPr lang="en-US" altLang="ja-JP"/>
          </a:p>
          <a:p>
            <a:r>
              <a:rPr lang="en-US" altLang="ja-JP"/>
              <a:t>React </a:t>
            </a:r>
            <a:r>
              <a:rPr lang="ja-JP" altLang="en-US"/>
              <a:t>中使用</a:t>
            </a:r>
            <a:r>
              <a:rPr lang="en-US" altLang="ja-JP"/>
              <a:t> React.lazy() + Suspense </a:t>
            </a:r>
            <a:r>
              <a:rPr lang="ja-JP" altLang="en-US"/>
              <a:t>实现组件懒加载。</a:t>
            </a:r>
            <a:endParaRPr lang="ja-JP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ja-JP" altLang="en-US">
                <a:sym typeface="+mn-ea"/>
              </a:rPr>
              <a:t>路由懒加载（</a:t>
            </a:r>
            <a:r>
              <a:rPr lang="en-US" altLang="ja-JP">
                <a:sym typeface="+mn-ea"/>
              </a:rPr>
              <a:t>Route-based Code Splitting</a:t>
            </a:r>
            <a:r>
              <a:rPr lang="ja-JP" altLang="en-US">
                <a:sym typeface="+mn-ea"/>
              </a:rPr>
              <a:t>）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懒加载核心实现流程</a:t>
            </a:r>
            <a:endParaRPr lang="ja-JP" altLang="en-US"/>
          </a:p>
          <a:p>
            <a:pPr lvl="1"/>
            <a:r>
              <a:rPr lang="en-US" altLang="ja-JP"/>
              <a:t>React.lazy()			</a:t>
            </a:r>
            <a:r>
              <a:rPr lang="ja-JP" altLang="en-US"/>
              <a:t>定义懒加载组件</a:t>
            </a:r>
            <a:endParaRPr lang="ja-JP" altLang="en-US"/>
          </a:p>
          <a:p>
            <a:pPr lvl="1"/>
            <a:r>
              <a:rPr lang="en-US" altLang="ja-JP"/>
              <a:t>Suspense			</a:t>
            </a:r>
            <a:r>
              <a:rPr lang="ja-JP" altLang="en-US"/>
              <a:t>设置组件加载时的备用</a:t>
            </a:r>
            <a:r>
              <a:rPr lang="en-US" altLang="ja-JP"/>
              <a:t> UI</a:t>
            </a:r>
            <a:r>
              <a:rPr lang="ja-JP" altLang="en-US"/>
              <a:t>（如</a:t>
            </a:r>
            <a:r>
              <a:rPr lang="en-US" altLang="ja-JP"/>
              <a:t> loading</a:t>
            </a:r>
            <a:r>
              <a:rPr lang="ja-JP" altLang="en-US"/>
              <a:t>）</a:t>
            </a:r>
            <a:endParaRPr lang="ja-JP" altLang="en-US"/>
          </a:p>
          <a:p>
            <a:pPr lvl="1"/>
            <a:r>
              <a:rPr lang="en-US" altLang="ja-JP"/>
              <a:t>&lt;Route element={...} /&gt;	</a:t>
            </a:r>
            <a:r>
              <a:rPr lang="ja-JP" altLang="en-US"/>
              <a:t>使用懒加载组件作为</a:t>
            </a:r>
            <a:r>
              <a:rPr lang="en-US" altLang="ja-JP"/>
              <a:t> element </a:t>
            </a:r>
            <a:r>
              <a:rPr lang="ja-JP" altLang="en-US"/>
              <a:t>渲染</a:t>
            </a:r>
            <a:endParaRPr lang="ja-JP" altLang="en-US"/>
          </a:p>
          <a:p>
            <a:pPr lvl="1"/>
            <a:r>
              <a:rPr lang="ja-JP" altLang="en-US"/>
              <a:t>可选：</a:t>
            </a:r>
            <a:r>
              <a:rPr lang="en-US" altLang="ja-JP"/>
              <a:t>ErrorBoundary		</a:t>
            </a:r>
            <a:r>
              <a:rPr lang="ja-JP" altLang="en-US"/>
              <a:t>捕获加载失败等错误</a:t>
            </a:r>
            <a:endParaRPr lang="ja-JP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懒加载路由页面组件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定义懒加载组件</a:t>
            </a:r>
            <a:endParaRPr lang="ja-JP" altLang="en-US"/>
          </a:p>
          <a:p>
            <a:pPr lvl="1"/>
            <a:r>
              <a:rPr lang="en-US" altLang="ja-JP"/>
              <a:t>import React, { lazy, Suspense } from 'react';</a:t>
            </a:r>
            <a:endParaRPr lang="en-US" altLang="ja-JP"/>
          </a:p>
          <a:p>
            <a:pPr lvl="1"/>
            <a:r>
              <a:rPr lang="en-US" altLang="ja-JP"/>
              <a:t>// </a:t>
            </a:r>
            <a:r>
              <a:rPr lang="ja-JP" altLang="en-US"/>
              <a:t>懒加载页面组件</a:t>
            </a:r>
            <a:endParaRPr lang="ja-JP" altLang="en-US"/>
          </a:p>
          <a:p>
            <a:pPr lvl="1"/>
            <a:r>
              <a:rPr lang="en-US" altLang="ja-JP"/>
              <a:t>// import Home from </a:t>
            </a:r>
            <a:r>
              <a:rPr lang="en-US" altLang="ja-JP">
                <a:sym typeface="+mn-ea"/>
              </a:rPr>
              <a:t>'./pages/Home'</a:t>
            </a:r>
            <a:endParaRPr lang="ja-JP" altLang="en-US"/>
          </a:p>
          <a:p>
            <a:pPr lvl="1"/>
            <a:r>
              <a:rPr lang="en-US" altLang="ja-JP"/>
              <a:t>const Home = lazy(() =&gt; import('./pages/Home'));</a:t>
            </a:r>
            <a:endParaRPr lang="en-US" altLang="ja-JP"/>
          </a:p>
          <a:p>
            <a:pPr lvl="1"/>
            <a:r>
              <a:rPr lang="en-US" altLang="ja-JP"/>
              <a:t>const About = lazy(() =&gt; import('./pages/About'));</a:t>
            </a:r>
            <a:endParaRPr lang="en-US" altLang="ja-JP"/>
          </a:p>
          <a:p>
            <a:pPr lvl="2"/>
            <a:r>
              <a:rPr lang="en-US" altLang="ja-JP"/>
              <a:t>lazy() </a:t>
            </a:r>
            <a:r>
              <a:rPr lang="ja-JP" altLang="en-US"/>
              <a:t>参数必须是</a:t>
            </a:r>
            <a:r>
              <a:rPr lang="en-US" altLang="ja-JP"/>
              <a:t> import() </a:t>
            </a:r>
            <a:r>
              <a:rPr lang="ja-JP" altLang="en-US"/>
              <a:t>动态导入，不能写普通的</a:t>
            </a:r>
            <a:r>
              <a:rPr lang="en-US" altLang="ja-JP"/>
              <a:t> import ... from</a:t>
            </a:r>
            <a:r>
              <a:rPr lang="ja-JP" altLang="en-US"/>
              <a:t>。</a:t>
            </a:r>
            <a:endParaRPr lang="ja-JP" altLang="en-US"/>
          </a:p>
          <a:p>
            <a:pPr lvl="0"/>
            <a:endParaRPr lang="en-US" altLang="ja-JP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懒加载路由页面组件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916805"/>
          </a:xfrm>
        </p:spPr>
        <p:txBody>
          <a:bodyPr>
            <a:normAutofit fontScale="80000"/>
          </a:bodyPr>
          <a:p>
            <a:pPr lvl="0"/>
            <a:r>
              <a:rPr lang="ja-JP" altLang="en-US">
                <a:sym typeface="+mn-ea"/>
              </a:rPr>
              <a:t>路由配置中使用</a:t>
            </a:r>
            <a:r>
              <a:rPr lang="en-US" altLang="ja-JP">
                <a:sym typeface="+mn-ea"/>
              </a:rPr>
              <a:t> &lt;Suspense&gt;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import { BrowserRouter, Routes, Route } from 'react-router-dom';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function App() {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return (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&lt;BrowserRouter&gt;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&lt;Suspense fallback={&lt;div&gt;</a:t>
            </a:r>
            <a:r>
              <a:rPr lang="ja-JP" altLang="en-US">
                <a:sym typeface="+mn-ea"/>
              </a:rPr>
              <a:t>加载中</a:t>
            </a:r>
            <a:r>
              <a:rPr lang="en-US" altLang="ja-JP">
                <a:sym typeface="+mn-ea"/>
              </a:rPr>
              <a:t>...&lt;/div&gt;}&gt;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  &lt;Routes&gt;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    &lt;Route path="/" element={&lt;Home /&gt;} /&gt;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    &lt;Route path="/about" element={&lt;About /&gt;} /&gt;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  &lt;/Routes&gt;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  &lt;/Suspense&gt;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  &lt;/BrowserRouter&gt;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  );</a:t>
            </a:r>
            <a:endParaRPr lang="en-US" altLang="ja-JP"/>
          </a:p>
          <a:p>
            <a:pPr lvl="1"/>
            <a:r>
              <a:rPr lang="en-US" altLang="ja-JP">
                <a:sym typeface="+mn-ea"/>
              </a:rPr>
              <a:t>}</a:t>
            </a:r>
            <a:endParaRPr lang="ja-JP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懒加载路由页面组件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/>
            <a:r>
              <a:rPr lang="en-US" altLang="ja-JP"/>
              <a:t>fallback </a:t>
            </a:r>
            <a:r>
              <a:rPr lang="ja-JP" altLang="en-US"/>
              <a:t>是在组件还没加载完成时的备用</a:t>
            </a:r>
            <a:r>
              <a:rPr lang="en-US" altLang="ja-JP"/>
              <a:t> UI</a:t>
            </a:r>
            <a:r>
              <a:rPr lang="ja-JP" altLang="en-US"/>
              <a:t>（比如</a:t>
            </a:r>
            <a:r>
              <a:rPr lang="en-US" altLang="ja-JP"/>
              <a:t> loading </a:t>
            </a:r>
            <a:r>
              <a:rPr lang="ja-JP" altLang="en-US"/>
              <a:t>动画）：</a:t>
            </a:r>
            <a:endParaRPr lang="ja-JP" altLang="en-US"/>
          </a:p>
          <a:p>
            <a:pPr lvl="1"/>
            <a:r>
              <a:rPr lang="en-US" altLang="ja-JP"/>
              <a:t>&lt;Suspense fallback={&lt;LoadingSpinner /&gt;}&gt;</a:t>
            </a:r>
            <a:endParaRPr lang="en-US" altLang="ja-JP"/>
          </a:p>
          <a:p>
            <a:pPr lvl="1"/>
            <a:r>
              <a:rPr lang="en-US" altLang="ja-JP"/>
              <a:t>  &lt;YourComponent /&gt;</a:t>
            </a:r>
            <a:endParaRPr lang="en-US" altLang="ja-JP"/>
          </a:p>
          <a:p>
            <a:pPr lvl="1"/>
            <a:r>
              <a:rPr lang="en-US" altLang="ja-JP"/>
              <a:t>&lt;/Suspense&gt;</a:t>
            </a:r>
            <a:endParaRPr lang="en-US" altLang="ja-JP"/>
          </a:p>
          <a:p>
            <a:pPr lvl="0"/>
            <a:r>
              <a:rPr lang="ja-JP" altLang="en-US"/>
              <a:t>支持嵌套路由懒加载</a:t>
            </a:r>
            <a:endParaRPr lang="ja-JP" altLang="en-US"/>
          </a:p>
          <a:p>
            <a:pPr lvl="1"/>
            <a:r>
              <a:rPr lang="en-US" altLang="ja-JP"/>
              <a:t>const Dashboard = lazy(() =&gt; import('./pages/Dashboard'));</a:t>
            </a:r>
            <a:endParaRPr lang="en-US" altLang="ja-JP"/>
          </a:p>
          <a:p>
            <a:pPr lvl="1"/>
            <a:r>
              <a:rPr lang="en-US" altLang="ja-JP"/>
              <a:t>const Settings = lazy(() =&gt; import('./pages/Settings'));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&lt;Route path="/dashboard" element={&lt;Dashboard /&gt;}&gt;</a:t>
            </a:r>
            <a:endParaRPr lang="en-US" altLang="ja-JP"/>
          </a:p>
          <a:p>
            <a:pPr lvl="1"/>
            <a:r>
              <a:rPr lang="en-US" altLang="ja-JP"/>
              <a:t>  &lt;Route path="settings" element={&lt;Settings /&gt;} /&gt;</a:t>
            </a:r>
            <a:endParaRPr lang="en-US" altLang="ja-JP"/>
          </a:p>
          <a:p>
            <a:pPr lvl="1"/>
            <a:r>
              <a:rPr lang="en-US" altLang="ja-JP"/>
              <a:t>&lt;/Route&gt;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路由守卫</a:t>
            </a:r>
            <a:r>
              <a:rPr lang="en-US" altLang="ja-JP"/>
              <a:t> / </a:t>
            </a:r>
            <a:r>
              <a:rPr lang="ja-JP" altLang="en-US"/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路由守卫（</a:t>
            </a:r>
            <a:r>
              <a:rPr lang="en-US" altLang="ja-JP"/>
              <a:t>Route Guard</a:t>
            </a:r>
            <a:r>
              <a:rPr lang="ja-JP" altLang="en-US"/>
              <a:t>）</a:t>
            </a:r>
            <a:r>
              <a:rPr lang="en-US" altLang="ja-JP"/>
              <a:t>**</a:t>
            </a:r>
            <a:r>
              <a:rPr lang="ja-JP" altLang="en-US"/>
              <a:t>是一种机制，用于在进入某个路由页面之前进行权限检查，</a:t>
            </a:r>
            <a:endParaRPr lang="ja-JP" altLang="en-US"/>
          </a:p>
          <a:p>
            <a:r>
              <a:rPr lang="ja-JP" altLang="en-US"/>
              <a:t>例如：</a:t>
            </a:r>
            <a:endParaRPr lang="en-US" altLang="ja-JP"/>
          </a:p>
          <a:p>
            <a:pPr lvl="1"/>
            <a:r>
              <a:rPr lang="ja-JP" altLang="en-US"/>
              <a:t>用户未登录</a:t>
            </a:r>
            <a:r>
              <a:rPr lang="en-US" altLang="ja-JP"/>
              <a:t> </a:t>
            </a:r>
            <a:r>
              <a:rPr lang="en-US" altLang="en-US"/>
              <a:t>→</a:t>
            </a:r>
            <a:r>
              <a:rPr lang="en-US" altLang="ja-JP"/>
              <a:t> </a:t>
            </a:r>
            <a:r>
              <a:rPr lang="ja-JP" altLang="en-US"/>
              <a:t>跳转到登录页</a:t>
            </a:r>
            <a:endParaRPr lang="en-US" altLang="ja-JP"/>
          </a:p>
          <a:p>
            <a:pPr lvl="1"/>
            <a:r>
              <a:rPr lang="ja-JP" altLang="en-US"/>
              <a:t>用户权限不足</a:t>
            </a:r>
            <a:r>
              <a:rPr lang="en-US" altLang="ja-JP"/>
              <a:t> </a:t>
            </a:r>
            <a:r>
              <a:rPr lang="en-US" altLang="en-US"/>
              <a:t>→</a:t>
            </a:r>
            <a:r>
              <a:rPr lang="en-US" altLang="ja-JP"/>
              <a:t> </a:t>
            </a:r>
            <a:r>
              <a:rPr lang="ja-JP" altLang="en-US"/>
              <a:t>跳转到</a:t>
            </a:r>
            <a:r>
              <a:rPr lang="en-US" altLang="ja-JP"/>
              <a:t> 403 </a:t>
            </a:r>
            <a:r>
              <a:rPr lang="ja-JP" altLang="en-US"/>
              <a:t>页面或首页</a:t>
            </a:r>
            <a:endParaRPr lang="en-US" altLang="ja-JP"/>
          </a:p>
          <a:p>
            <a:pPr lvl="1"/>
            <a:r>
              <a:rPr lang="ja-JP" altLang="en-US"/>
              <a:t>管理员才能访问某些页面</a:t>
            </a:r>
            <a:endParaRPr lang="ja-JP" altLang="en-US"/>
          </a:p>
          <a:p>
            <a:pPr lvl="0"/>
            <a:r>
              <a:rPr lang="en-US" altLang="ja-JP"/>
              <a:t>React Router v6 </a:t>
            </a:r>
            <a:r>
              <a:rPr lang="ja-JP" altLang="en-US"/>
              <a:t>没有像</a:t>
            </a:r>
            <a:r>
              <a:rPr lang="en-US" altLang="ja-JP"/>
              <a:t> Vue </a:t>
            </a:r>
            <a:r>
              <a:rPr lang="ja-JP" altLang="en-US"/>
              <a:t>那样内建的守卫函数，而是推荐用</a:t>
            </a:r>
            <a:r>
              <a:rPr lang="en-US" altLang="ja-JP"/>
              <a:t>“</a:t>
            </a:r>
            <a:r>
              <a:rPr lang="ja-JP" altLang="en-US"/>
              <a:t>中间组件封装</a:t>
            </a:r>
            <a:r>
              <a:rPr lang="en-US" altLang="ja-JP"/>
              <a:t>”</a:t>
            </a:r>
            <a:r>
              <a:rPr lang="ja-JP" altLang="en-US"/>
              <a:t>来实现。</a:t>
            </a:r>
            <a:endParaRPr lang="ja-JP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路由守卫</a:t>
            </a:r>
            <a:r>
              <a:rPr lang="en-US" altLang="ja-JP">
                <a:sym typeface="+mn-ea"/>
              </a:rPr>
              <a:t> / </a:t>
            </a:r>
            <a:r>
              <a:rPr lang="ja-JP" altLang="en-US">
                <a:sym typeface="+mn-ea"/>
              </a:rPr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用一个「权限校验组件」包裹受保护的页面</a:t>
            </a:r>
            <a:endParaRPr lang="ja-JP" altLang="en-US"/>
          </a:p>
          <a:p>
            <a:r>
              <a:rPr lang="ja-JP" altLang="en-US"/>
              <a:t>步骤：</a:t>
            </a:r>
            <a:endParaRPr lang="ja-JP" altLang="en-US"/>
          </a:p>
          <a:p>
            <a:pPr lvl="1"/>
            <a:r>
              <a:rPr lang="ja-JP" altLang="en-US"/>
              <a:t>写一个权限判断组件（如</a:t>
            </a:r>
            <a:r>
              <a:rPr lang="en-US" altLang="ja-JP"/>
              <a:t> &lt;RequireAuth&gt;</a:t>
            </a:r>
            <a:r>
              <a:rPr lang="ja-JP" altLang="en-US"/>
              <a:t>）</a:t>
            </a:r>
            <a:endParaRPr lang="en-US" altLang="ja-JP"/>
          </a:p>
          <a:p>
            <a:pPr lvl="1"/>
            <a:r>
              <a:rPr lang="ja-JP" altLang="en-US"/>
              <a:t>在路由配置中用它包裹需要保护的页面</a:t>
            </a:r>
            <a:endParaRPr lang="en-US" altLang="ja-JP"/>
          </a:p>
          <a:p>
            <a:pPr lvl="1"/>
            <a:r>
              <a:rPr lang="ja-JP" altLang="en-US"/>
              <a:t>判断未通过就返回</a:t>
            </a:r>
            <a:r>
              <a:rPr lang="en-US" altLang="ja-JP"/>
              <a:t> &lt;Navigate to="/login" /&gt;</a:t>
            </a:r>
            <a:endParaRPr lang="en-US" altLang="ja-JP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路由守卫</a:t>
            </a:r>
            <a:r>
              <a:rPr lang="en-US" altLang="ja-JP">
                <a:sym typeface="+mn-ea"/>
              </a:rPr>
              <a:t> / </a:t>
            </a:r>
            <a:r>
              <a:rPr lang="ja-JP" altLang="en-US">
                <a:sym typeface="+mn-ea"/>
              </a:rPr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953635"/>
          </a:xfrm>
        </p:spPr>
        <p:txBody>
          <a:bodyPr>
            <a:normAutofit fontScale="70000"/>
          </a:bodyPr>
          <a:p>
            <a:r>
              <a:rPr lang="ja-JP" altLang="en-US"/>
              <a:t>用户未登录禁止访问</a:t>
            </a:r>
            <a:r>
              <a:rPr lang="en-US" altLang="ja-JP"/>
              <a:t> /dashboard</a:t>
            </a:r>
            <a:endParaRPr lang="en-US" altLang="ja-JP"/>
          </a:p>
          <a:p>
            <a:r>
              <a:rPr lang="ja-JP" altLang="en-US"/>
              <a:t>创建权限组件</a:t>
            </a:r>
            <a:r>
              <a:rPr lang="en-US" altLang="ja-JP"/>
              <a:t> RequireAuth.js</a:t>
            </a:r>
            <a:endParaRPr lang="en-US" altLang="ja-JP"/>
          </a:p>
          <a:p>
            <a:pPr lvl="1"/>
            <a:r>
              <a:rPr lang="en-US" altLang="ja-JP"/>
              <a:t>import { Navigate, useLocation } from 'react-router-dom';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export default function RequireAuth({ children }) {</a:t>
            </a:r>
            <a:endParaRPr lang="en-US" altLang="ja-JP"/>
          </a:p>
          <a:p>
            <a:pPr lvl="1"/>
            <a:r>
              <a:rPr lang="en-US" altLang="ja-JP"/>
              <a:t>  const isLoggedIn = localStorage.getItem('token'); // </a:t>
            </a:r>
            <a:r>
              <a:rPr lang="ja-JP" altLang="en-US"/>
              <a:t>自定义登录判断</a:t>
            </a:r>
            <a:endParaRPr lang="ja-JP" altLang="en-US"/>
          </a:p>
          <a:p>
            <a:pPr lvl="1"/>
            <a:r>
              <a:rPr lang="en-US" altLang="ja-JP"/>
              <a:t>  const location = useLocation();</a:t>
            </a:r>
            <a:endParaRPr lang="en-US" altLang="ja-JP"/>
          </a:p>
          <a:p>
            <a:pPr lvl="1"/>
            <a:r>
              <a:rPr lang="en-US" altLang="ja-JP"/>
              <a:t>  if ( ! isLoggedIn) {</a:t>
            </a:r>
            <a:endParaRPr lang="en-US" altLang="ja-JP"/>
          </a:p>
          <a:p>
            <a:pPr lvl="1"/>
            <a:r>
              <a:rPr lang="en-US" altLang="ja-JP"/>
              <a:t>    return &lt;Navigate to="/login" replace state={{ from: location }} /&gt;;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  return children;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0"/>
            <a:r>
              <a:rPr lang="ja-JP" altLang="en-US"/>
              <a:t>注意：</a:t>
            </a:r>
            <a:endParaRPr lang="en-US" altLang="ja-JP"/>
          </a:p>
          <a:p>
            <a:pPr lvl="1"/>
            <a:r>
              <a:rPr lang="ja-JP" altLang="en-US"/>
              <a:t>可以用</a:t>
            </a:r>
            <a:r>
              <a:rPr lang="en-US" altLang="ja-JP"/>
              <a:t> token</a:t>
            </a:r>
            <a:r>
              <a:rPr lang="ja-JP" altLang="en-US"/>
              <a:t>、</a:t>
            </a:r>
            <a:r>
              <a:rPr lang="en-US" altLang="ja-JP"/>
              <a:t>context</a:t>
            </a:r>
            <a:r>
              <a:rPr lang="ja-JP" altLang="en-US"/>
              <a:t>、</a:t>
            </a:r>
            <a:r>
              <a:rPr lang="en-US" altLang="ja-JP"/>
              <a:t>redux </a:t>
            </a:r>
            <a:r>
              <a:rPr lang="ja-JP" altLang="en-US"/>
              <a:t>等判断是否登录</a:t>
            </a:r>
            <a:endParaRPr lang="en-US" altLang="ja-JP"/>
          </a:p>
          <a:p>
            <a:pPr lvl="1"/>
            <a:r>
              <a:rPr lang="ja-JP" altLang="en-US"/>
              <a:t>用</a:t>
            </a:r>
            <a:r>
              <a:rPr lang="en-US" altLang="ja-JP"/>
              <a:t> state.from </a:t>
            </a:r>
            <a:r>
              <a:rPr lang="ja-JP" altLang="en-US"/>
              <a:t>传回原路径，方便登录后跳回去</a:t>
            </a:r>
            <a:endParaRPr lang="ja-JP" altLang="en-US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路由守卫</a:t>
            </a:r>
            <a:r>
              <a:rPr lang="en-US" altLang="ja-JP">
                <a:sym typeface="+mn-ea"/>
              </a:rPr>
              <a:t> / </a:t>
            </a:r>
            <a:r>
              <a:rPr lang="ja-JP" altLang="en-US">
                <a:sym typeface="+mn-ea"/>
              </a:rPr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916805"/>
          </a:xfrm>
        </p:spPr>
        <p:txBody>
          <a:bodyPr>
            <a:normAutofit/>
          </a:bodyPr>
          <a:p>
            <a:r>
              <a:rPr lang="en-US" altLang="ja-JP"/>
              <a:t> </a:t>
            </a:r>
            <a:r>
              <a:rPr lang="ja-JP" altLang="en-US"/>
              <a:t>在路由中使用（</a:t>
            </a:r>
            <a:r>
              <a:rPr lang="en-US" altLang="ja-JP"/>
              <a:t>App.js</a:t>
            </a:r>
            <a:r>
              <a:rPr lang="ja-JP" altLang="en-US"/>
              <a:t>）</a:t>
            </a:r>
            <a:endParaRPr lang="ja-JP" altLang="en-US"/>
          </a:p>
          <a:p>
            <a:pPr lvl="1"/>
            <a:r>
              <a:rPr lang="en-US" altLang="ja-JP"/>
              <a:t>import RequireAuth from './components/RequireAuth';</a:t>
            </a:r>
            <a:endParaRPr lang="en-US" altLang="ja-JP"/>
          </a:p>
          <a:p>
            <a:pPr lvl="1"/>
            <a:r>
              <a:rPr lang="en-US" altLang="ja-JP"/>
              <a:t>import Dashboard from './pages/Dashboard';</a:t>
            </a:r>
            <a:endParaRPr lang="en-US" altLang="ja-JP"/>
          </a:p>
          <a:p>
            <a:pPr lvl="1"/>
            <a:r>
              <a:rPr lang="en-US" altLang="ja-JP"/>
              <a:t>&lt;Route</a:t>
            </a:r>
            <a:endParaRPr lang="en-US" altLang="ja-JP"/>
          </a:p>
          <a:p>
            <a:pPr lvl="1"/>
            <a:r>
              <a:rPr lang="en-US" altLang="ja-JP"/>
              <a:t>  path="/dashboard"</a:t>
            </a:r>
            <a:endParaRPr lang="en-US" altLang="ja-JP"/>
          </a:p>
          <a:p>
            <a:pPr lvl="1"/>
            <a:r>
              <a:rPr lang="en-US" altLang="ja-JP"/>
              <a:t>  element={</a:t>
            </a:r>
            <a:endParaRPr lang="en-US" altLang="ja-JP"/>
          </a:p>
          <a:p>
            <a:pPr lvl="1"/>
            <a:r>
              <a:rPr lang="en-US" altLang="ja-JP"/>
              <a:t>    &lt;RequireAuth&gt;</a:t>
            </a:r>
            <a:endParaRPr lang="en-US" altLang="ja-JP"/>
          </a:p>
          <a:p>
            <a:pPr lvl="1"/>
            <a:r>
              <a:rPr lang="en-US" altLang="ja-JP"/>
              <a:t>      &lt;Dashboard /&gt;</a:t>
            </a:r>
            <a:endParaRPr lang="en-US" altLang="ja-JP"/>
          </a:p>
          <a:p>
            <a:pPr lvl="1"/>
            <a:r>
              <a:rPr lang="en-US" altLang="ja-JP"/>
              <a:t>    &lt;/RequireAuth&gt;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/&gt;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路由守卫</a:t>
            </a:r>
            <a:r>
              <a:rPr lang="en-US" altLang="ja-JP">
                <a:sym typeface="+mn-ea"/>
              </a:rPr>
              <a:t> / </a:t>
            </a:r>
            <a:r>
              <a:rPr lang="ja-JP" altLang="en-US">
                <a:sym typeface="+mn-ea"/>
              </a:rPr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lvl="0"/>
            <a:r>
              <a:rPr lang="ja-JP" altLang="en-US">
                <a:sym typeface="+mn-ea"/>
              </a:rPr>
              <a:t>登录后跳回原页</a:t>
            </a:r>
            <a:endParaRPr lang="en-US" altLang="ja-JP"/>
          </a:p>
          <a:p>
            <a:pPr lvl="1"/>
            <a:r>
              <a:rPr lang="en-US" altLang="ja-JP"/>
              <a:t>import { useLocation, useNavigate } from 'react-router-dom';</a:t>
            </a:r>
            <a:endParaRPr lang="en-US" altLang="ja-JP"/>
          </a:p>
          <a:p>
            <a:pPr lvl="1"/>
            <a:r>
              <a:rPr lang="en-US" altLang="ja-JP"/>
              <a:t>function Login() {</a:t>
            </a:r>
            <a:endParaRPr lang="en-US" altLang="ja-JP"/>
          </a:p>
          <a:p>
            <a:pPr lvl="1"/>
            <a:r>
              <a:rPr lang="en-US" altLang="ja-JP"/>
              <a:t>  const navigate = useNavigate();</a:t>
            </a:r>
            <a:endParaRPr lang="en-US" altLang="ja-JP"/>
          </a:p>
          <a:p>
            <a:pPr lvl="1"/>
            <a:r>
              <a:rPr lang="en-US" altLang="ja-JP"/>
              <a:t>  const location = useLocation();</a:t>
            </a:r>
            <a:endParaRPr lang="en-US" altLang="ja-JP"/>
          </a:p>
          <a:p>
            <a:pPr lvl="1"/>
            <a:r>
              <a:rPr lang="en-US" altLang="ja-JP"/>
              <a:t>  const from = location.state?.from?.pathname || '/';</a:t>
            </a:r>
            <a:endParaRPr lang="en-US" altLang="ja-JP"/>
          </a:p>
          <a:p>
            <a:pPr lvl="1"/>
            <a:r>
              <a:rPr lang="en-US" altLang="ja-JP"/>
              <a:t>  const handleLogin = () =&gt; {</a:t>
            </a:r>
            <a:endParaRPr lang="en-US" altLang="ja-JP"/>
          </a:p>
          <a:p>
            <a:pPr lvl="1"/>
            <a:r>
              <a:rPr lang="en-US" altLang="ja-JP"/>
              <a:t>    // </a:t>
            </a:r>
            <a:r>
              <a:rPr lang="ja-JP" altLang="en-US"/>
              <a:t>模拟登录成功</a:t>
            </a:r>
            <a:endParaRPr lang="ja-JP" altLang="en-US"/>
          </a:p>
          <a:p>
            <a:pPr lvl="1"/>
            <a:r>
              <a:rPr lang="en-US" altLang="ja-JP"/>
              <a:t>    localStorage.setItem('token', 'xxx');</a:t>
            </a:r>
            <a:endParaRPr lang="en-US" altLang="ja-JP"/>
          </a:p>
          <a:p>
            <a:pPr lvl="1"/>
            <a:r>
              <a:rPr lang="en-US" altLang="ja-JP"/>
              <a:t>    navigate(from, { replace: true }); // </a:t>
            </a:r>
            <a:r>
              <a:rPr lang="ja-JP" altLang="en-US"/>
              <a:t>登录后跳回来源页</a:t>
            </a:r>
            <a:endParaRPr lang="ja-JP" altLang="en-US"/>
          </a:p>
          <a:p>
            <a:pPr lvl="1"/>
            <a:r>
              <a:rPr lang="en-US" altLang="ja-JP"/>
              <a:t>  };</a:t>
            </a:r>
            <a:endParaRPr lang="en-US" altLang="ja-JP"/>
          </a:p>
          <a:p>
            <a:pPr lvl="1"/>
            <a:r>
              <a:rPr lang="en-US" altLang="ja-JP"/>
              <a:t>  return &lt;button onClick={handleLogin}&gt;</a:t>
            </a:r>
            <a:r>
              <a:rPr lang="ja-JP" altLang="en-US"/>
              <a:t>登录</a:t>
            </a:r>
            <a:r>
              <a:rPr lang="en-US" altLang="ja-JP"/>
              <a:t>&lt;/button&gt;;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sym typeface="+mn-ea"/>
              </a:rPr>
              <a:t>路由守卫</a:t>
            </a:r>
            <a:r>
              <a:rPr lang="en-US" altLang="ja-JP">
                <a:sym typeface="+mn-ea"/>
              </a:rPr>
              <a:t> / </a:t>
            </a:r>
            <a:r>
              <a:rPr lang="ja-JP" altLang="en-US">
                <a:sym typeface="+mn-ea"/>
              </a:rPr>
              <a:t>权限控制访问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基于角色的访问控制</a:t>
            </a:r>
            <a:endParaRPr lang="ja-JP" altLang="en-US"/>
          </a:p>
          <a:p>
            <a:pPr lvl="1"/>
            <a:r>
              <a:rPr lang="en-US" altLang="ja-JP"/>
              <a:t>export default function RequireRole({ role, children }) {</a:t>
            </a:r>
            <a:endParaRPr lang="en-US" altLang="ja-JP"/>
          </a:p>
          <a:p>
            <a:pPr lvl="1"/>
            <a:r>
              <a:rPr lang="en-US" altLang="ja-JP"/>
              <a:t>  const user = JSON.parse(localStorage.getItem('user')); </a:t>
            </a:r>
            <a:endParaRPr lang="en-US" altLang="ja-JP"/>
          </a:p>
          <a:p>
            <a:pPr lvl="2"/>
            <a:r>
              <a:rPr lang="en-US" altLang="ja-JP"/>
              <a:t>// </a:t>
            </a:r>
            <a:r>
              <a:rPr lang="ja-JP" altLang="en-US"/>
              <a:t>包含</a:t>
            </a:r>
            <a:r>
              <a:rPr lang="en-US" altLang="ja-JP"/>
              <a:t> user.role</a:t>
            </a:r>
            <a:endParaRPr lang="en-US" altLang="ja-JP"/>
          </a:p>
          <a:p>
            <a:pPr lvl="1"/>
            <a:r>
              <a:rPr lang="en-US" altLang="ja-JP"/>
              <a:t>  if (!user || user.role !== role) {</a:t>
            </a:r>
            <a:endParaRPr lang="en-US" altLang="ja-JP"/>
          </a:p>
          <a:p>
            <a:pPr lvl="1"/>
            <a:r>
              <a:rPr lang="en-US" altLang="ja-JP"/>
              <a:t>    return &lt;Navigate to="/403" replace /&gt;;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  return children;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基于角色的访问控制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使用</a:t>
            </a:r>
            <a:endParaRPr lang="zh-CN" altLang="en-US"/>
          </a:p>
          <a:p>
            <a:pPr lvl="1"/>
            <a:r>
              <a:rPr lang="en-US" altLang="ja-JP"/>
              <a:t>&lt;Route path="/admin" element={</a:t>
            </a:r>
            <a:endParaRPr lang="en-US" altLang="ja-JP"/>
          </a:p>
          <a:p>
            <a:pPr lvl="1"/>
            <a:r>
              <a:rPr lang="en-US" altLang="ja-JP"/>
              <a:t>  &lt;RequireRole role="admin"&gt;</a:t>
            </a:r>
            <a:endParaRPr lang="en-US" altLang="ja-JP"/>
          </a:p>
          <a:p>
            <a:pPr lvl="1"/>
            <a:r>
              <a:rPr lang="en-US" altLang="ja-JP"/>
              <a:t>    &lt;AdminPanel /&gt;</a:t>
            </a:r>
            <a:endParaRPr lang="en-US" altLang="ja-JP"/>
          </a:p>
          <a:p>
            <a:pPr lvl="1"/>
            <a:r>
              <a:rPr lang="en-US" altLang="ja-JP"/>
              <a:t>  &lt;/RequireRole&gt;</a:t>
            </a:r>
            <a:endParaRPr lang="en-US" altLang="ja-JP"/>
          </a:p>
          <a:p>
            <a:pPr lvl="1"/>
            <a:r>
              <a:rPr lang="en-US" altLang="ja-JP"/>
              <a:t>} /&gt;</a:t>
            </a:r>
            <a:endParaRPr lang="en-US" altLang="ja-JP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路由参数校验</a:t>
            </a:r>
            <a:r>
              <a:rPr lang="en-US" altLang="ja-JP"/>
              <a:t> / </a:t>
            </a:r>
            <a:r>
              <a:rPr lang="ja-JP" altLang="en-US"/>
              <a:t>限制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ja-JP" altLang="en-US"/>
              <a:t>为什么需要参数校验？</a:t>
            </a:r>
            <a:endParaRPr lang="ja-JP" altLang="en-US"/>
          </a:p>
          <a:p>
            <a:pPr lvl="1"/>
            <a:r>
              <a:rPr lang="en-US" altLang="ja-JP"/>
              <a:t>URL </a:t>
            </a:r>
            <a:r>
              <a:rPr lang="ja-JP" altLang="en-US"/>
              <a:t>参数是用户可控的，如果：</a:t>
            </a:r>
            <a:endParaRPr lang="en-US" altLang="ja-JP"/>
          </a:p>
          <a:p>
            <a:pPr lvl="2"/>
            <a:r>
              <a:rPr lang="ja-JP" altLang="en-US"/>
              <a:t>参数为空、非法（非数字、太长、格式错误）</a:t>
            </a:r>
            <a:endParaRPr lang="en-US" altLang="ja-JP"/>
          </a:p>
          <a:p>
            <a:pPr lvl="2"/>
            <a:r>
              <a:rPr lang="ja-JP" altLang="en-US"/>
              <a:t>不存在的资源（如无此用户、文章被删除）</a:t>
            </a:r>
            <a:endParaRPr lang="en-US" altLang="ja-JP"/>
          </a:p>
          <a:p>
            <a:pPr lvl="2"/>
            <a:r>
              <a:rPr lang="ja-JP" altLang="en-US"/>
              <a:t>有潜在的安全问题（如访问</a:t>
            </a:r>
            <a:r>
              <a:rPr lang="en-US" altLang="ja-JP"/>
              <a:t> ID = 0 </a:t>
            </a:r>
            <a:r>
              <a:rPr lang="ja-JP" altLang="en-US"/>
              <a:t>或注入）</a:t>
            </a:r>
            <a:endParaRPr lang="ja-JP" altLang="en-US"/>
          </a:p>
          <a:p>
            <a:pPr lvl="1"/>
            <a:r>
              <a:rPr lang="ja-JP" altLang="en-US"/>
              <a:t>就需要</a:t>
            </a:r>
            <a:r>
              <a:rPr lang="en-US" altLang="ja-JP"/>
              <a:t> </a:t>
            </a:r>
            <a:r>
              <a:rPr lang="ja-JP" altLang="en-US"/>
              <a:t>做参数校验和限制跳转，保证页面稳定、逻辑清晰、避免报错或空白页面。</a:t>
            </a:r>
            <a:endParaRPr lang="ja-JP" altLang="en-US"/>
          </a:p>
          <a:p>
            <a:pPr lvl="0"/>
            <a:r>
              <a:rPr lang="ja-JP" altLang="en-US"/>
              <a:t>常见校验方式</a:t>
            </a:r>
            <a:endParaRPr lang="ja-JP" altLang="en-US"/>
          </a:p>
          <a:p>
            <a:pPr lvl="1"/>
            <a:r>
              <a:rPr lang="ja-JP" altLang="en-US"/>
              <a:t>数字类型</a:t>
            </a:r>
            <a:r>
              <a:rPr lang="en-US" altLang="ja-JP"/>
              <a:t>		/user/:id		</a:t>
            </a:r>
            <a:r>
              <a:rPr lang="ja-JP" altLang="en-US"/>
              <a:t>是否为正整数？</a:t>
            </a:r>
            <a:endParaRPr lang="ja-JP" altLang="en-US"/>
          </a:p>
          <a:p>
            <a:pPr lvl="1"/>
            <a:r>
              <a:rPr lang="ja-JP" altLang="en-US"/>
              <a:t>字符类型</a:t>
            </a:r>
            <a:r>
              <a:rPr lang="en-US" altLang="ja-JP"/>
              <a:t>		/post/:slug		</a:t>
            </a:r>
            <a:r>
              <a:rPr lang="ja-JP" altLang="en-US"/>
              <a:t>是否符合</a:t>
            </a:r>
            <a:r>
              <a:rPr lang="en-US" altLang="ja-JP"/>
              <a:t> URL </a:t>
            </a:r>
            <a:r>
              <a:rPr lang="ja-JP" altLang="en-US"/>
              <a:t>格式？</a:t>
            </a:r>
            <a:endParaRPr lang="ja-JP" altLang="en-US"/>
          </a:p>
          <a:p>
            <a:pPr lvl="1"/>
            <a:r>
              <a:rPr lang="ja-JP" altLang="en-US"/>
              <a:t>数据存在性</a:t>
            </a:r>
            <a:r>
              <a:rPr lang="en-US" altLang="ja-JP"/>
              <a:t>		/user/:id		</a:t>
            </a:r>
            <a:r>
              <a:rPr lang="ja-JP" altLang="en-US"/>
              <a:t>后端是否有该数据？</a:t>
            </a:r>
            <a:endParaRPr lang="ja-JP" altLang="en-US"/>
          </a:p>
          <a:p>
            <a:pPr lvl="1"/>
            <a:r>
              <a:rPr lang="ja-JP" altLang="en-US"/>
              <a:t>权限限制</a:t>
            </a:r>
            <a:r>
              <a:rPr lang="en-US" altLang="ja-JP"/>
              <a:t>		/admin/:id		</a:t>
            </a:r>
            <a:r>
              <a:rPr lang="ja-JP" altLang="en-US"/>
              <a:t>当前用户是否能访问该</a:t>
            </a:r>
            <a:r>
              <a:rPr lang="en-US" altLang="ja-JP"/>
              <a:t> ID</a:t>
            </a:r>
            <a:endParaRPr lang="en-US" altLang="ja-JP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useLocation()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ja-JP" altLang="en-US"/>
              <a:t>获取当前路径信息（包含</a:t>
            </a:r>
            <a:r>
              <a:rPr lang="en-US" altLang="ja-JP"/>
              <a:t> pathname</a:t>
            </a:r>
            <a:r>
              <a:rPr lang="ja-JP" altLang="en-US"/>
              <a:t>、</a:t>
            </a:r>
            <a:r>
              <a:rPr lang="en-US" altLang="ja-JP"/>
              <a:t>search</a:t>
            </a:r>
            <a:r>
              <a:rPr lang="ja-JP" altLang="en-US"/>
              <a:t>、</a:t>
            </a:r>
            <a:r>
              <a:rPr lang="en-US" altLang="ja-JP"/>
              <a:t>state </a:t>
            </a:r>
            <a:r>
              <a:rPr lang="ja-JP" altLang="en-US"/>
              <a:t>等）</a:t>
            </a:r>
            <a:endParaRPr lang="ja-JP" altLang="en-US"/>
          </a:p>
          <a:p>
            <a:r>
              <a:rPr lang="ja-JP" altLang="en-US"/>
              <a:t>用法</a:t>
            </a:r>
            <a:endParaRPr lang="ja-JP" altLang="en-US"/>
          </a:p>
          <a:p>
            <a:pPr lvl="1"/>
            <a:r>
              <a:rPr lang="en-US" altLang="ja-JP"/>
              <a:t>import { useLocation } from 'react-router-dom';</a:t>
            </a:r>
            <a:endParaRPr lang="en-US" altLang="ja-JP"/>
          </a:p>
          <a:p>
            <a:pPr lvl="1"/>
            <a:r>
              <a:rPr lang="en-US" altLang="ja-JP"/>
              <a:t>const location = useLocation();</a:t>
            </a:r>
            <a:endParaRPr lang="en-US" altLang="ja-JP"/>
          </a:p>
          <a:p>
            <a:pPr lvl="1"/>
            <a:r>
              <a:rPr lang="en-US" altLang="ja-JP"/>
              <a:t>console.log(location);</a:t>
            </a:r>
            <a:endParaRPr lang="en-US" altLang="ja-JP"/>
          </a:p>
          <a:p>
            <a:pPr lvl="0"/>
            <a:r>
              <a:rPr lang="ja-JP" altLang="en-US"/>
              <a:t>返回值（</a:t>
            </a:r>
            <a:r>
              <a:rPr lang="en-US" altLang="ja-JP"/>
              <a:t>location </a:t>
            </a:r>
            <a:r>
              <a:rPr lang="ja-JP" altLang="en-US"/>
              <a:t>对象结构）</a:t>
            </a:r>
            <a:endParaRPr lang="en-US" altLang="ja-JP" sz="2800"/>
          </a:p>
          <a:p>
            <a:pPr lvl="1"/>
            <a:r>
              <a:rPr lang="en-US" altLang="ja-JP"/>
              <a:t>{</a:t>
            </a:r>
            <a:endParaRPr lang="en-US" altLang="ja-JP"/>
          </a:p>
          <a:p>
            <a:pPr lvl="1"/>
            <a:r>
              <a:rPr lang="en-US" altLang="ja-JP"/>
              <a:t>  pathname: "/user/123",        // </a:t>
            </a:r>
            <a:r>
              <a:rPr lang="ja-JP" altLang="en-US"/>
              <a:t>当前路径</a:t>
            </a:r>
            <a:endParaRPr lang="ja-JP" altLang="en-US"/>
          </a:p>
          <a:p>
            <a:pPr lvl="1"/>
            <a:r>
              <a:rPr lang="en-US" altLang="ja-JP"/>
              <a:t>  search: "?from=home&amp;page=2",  // </a:t>
            </a:r>
            <a:r>
              <a:rPr lang="ja-JP" altLang="en-US"/>
              <a:t>查询参数（原始字符串）</a:t>
            </a:r>
            <a:endParaRPr lang="ja-JP" altLang="en-US"/>
          </a:p>
          <a:p>
            <a:pPr lvl="1"/>
            <a:r>
              <a:rPr lang="en-US" altLang="ja-JP"/>
              <a:t>  hash: "#section",             // URL </a:t>
            </a:r>
            <a:r>
              <a:rPr lang="ja-JP" altLang="en-US"/>
              <a:t>哈希片段（如果有）</a:t>
            </a:r>
            <a:endParaRPr lang="ja-JP" altLang="en-US"/>
          </a:p>
          <a:p>
            <a:pPr lvl="1"/>
            <a:r>
              <a:rPr lang="en-US" altLang="ja-JP"/>
              <a:t>  state: { from: 'login' },     // </a:t>
            </a:r>
            <a:r>
              <a:rPr lang="ja-JP" altLang="en-US"/>
              <a:t>通过</a:t>
            </a:r>
            <a:r>
              <a:rPr lang="en-US" altLang="ja-JP"/>
              <a:t> navigate(..., { state }) </a:t>
            </a:r>
            <a:r>
              <a:rPr lang="ja-JP" altLang="en-US"/>
              <a:t>传递的数据</a:t>
            </a:r>
            <a:endParaRPr lang="ja-JP" altLang="en-US"/>
          </a:p>
          <a:p>
            <a:pPr lvl="1"/>
            <a:r>
              <a:rPr lang="en-US" altLang="ja-JP"/>
              <a:t>  key: "abc123"                 // </a:t>
            </a:r>
            <a:r>
              <a:rPr lang="ja-JP" altLang="en-US"/>
              <a:t>路由记录的唯一</a:t>
            </a:r>
            <a:r>
              <a:rPr lang="en-US" altLang="ja-JP"/>
              <a:t> key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useSearchParams()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ja-JP" altLang="en-US"/>
              <a:t>操作查询字符串参数（</a:t>
            </a:r>
            <a:r>
              <a:rPr lang="en-US" altLang="ja-JP"/>
              <a:t>?key=value</a:t>
            </a:r>
            <a:r>
              <a:rPr lang="ja-JP" altLang="en-US"/>
              <a:t>）</a:t>
            </a:r>
            <a:endParaRPr lang="ja-JP" altLang="en-US"/>
          </a:p>
          <a:p>
            <a:r>
              <a:rPr lang="ja-JP" altLang="en-US"/>
              <a:t>用法</a:t>
            </a:r>
            <a:endParaRPr lang="ja-JP" altLang="en-US"/>
          </a:p>
          <a:p>
            <a:pPr lvl="1"/>
            <a:r>
              <a:rPr lang="en-US" altLang="ja-JP"/>
              <a:t>import { useSearchParams } from 'react-router-dom';</a:t>
            </a:r>
            <a:endParaRPr lang="en-US" altLang="ja-JP"/>
          </a:p>
          <a:p>
            <a:pPr lvl="1"/>
            <a:r>
              <a:rPr lang="en-US" altLang="ja-JP"/>
              <a:t>const [searchParams, setSearchParams] = useSearchParams();</a:t>
            </a:r>
            <a:endParaRPr lang="en-US" altLang="ja-JP"/>
          </a:p>
          <a:p>
            <a:pPr lvl="0"/>
            <a:r>
              <a:rPr lang="ja-JP" altLang="en-US"/>
              <a:t>获取参数</a:t>
            </a:r>
            <a:endParaRPr lang="ja-JP" altLang="en-US"/>
          </a:p>
          <a:p>
            <a:pPr lvl="1"/>
            <a:r>
              <a:rPr lang="en-US" altLang="ja-JP"/>
              <a:t>const name = searchParams.get('name');</a:t>
            </a:r>
            <a:endParaRPr lang="en-US" altLang="ja-JP"/>
          </a:p>
          <a:p>
            <a:pPr lvl="1"/>
            <a:r>
              <a:rPr lang="en-US" altLang="ja-JP"/>
              <a:t>const page = searchParams.get('page') ?? '1';</a:t>
            </a:r>
            <a:endParaRPr lang="en-US" altLang="ja-JP"/>
          </a:p>
          <a:p>
            <a:pPr lvl="0"/>
            <a:r>
              <a:rPr lang="ja-JP" altLang="en-US"/>
              <a:t>设置参数</a:t>
            </a:r>
            <a:endParaRPr lang="ja-JP" altLang="en-US"/>
          </a:p>
          <a:p>
            <a:pPr lvl="1"/>
            <a:r>
              <a:rPr lang="en-US" altLang="ja-JP"/>
              <a:t>setSearchParams({ page: 2, name: 'Tom' });	// </a:t>
            </a:r>
            <a:r>
              <a:rPr lang="ja-JP" altLang="en-US"/>
              <a:t>页面</a:t>
            </a:r>
            <a:r>
              <a:rPr lang="en-US" altLang="ja-JP"/>
              <a:t> URL </a:t>
            </a:r>
            <a:r>
              <a:rPr lang="ja-JP" altLang="en-US"/>
              <a:t>自动变成</a:t>
            </a:r>
            <a:r>
              <a:rPr lang="en-US" altLang="ja-JP"/>
              <a:t> ?page=2&amp;name=Tom</a:t>
            </a:r>
            <a:endParaRPr lang="en-US" altLang="ja-JP"/>
          </a:p>
          <a:p>
            <a:pPr lvl="0"/>
            <a:r>
              <a:rPr lang="ja-JP" altLang="en-US"/>
              <a:t>添加参数（保留已有）</a:t>
            </a:r>
            <a:endParaRPr lang="en-US" altLang="ja-JP"/>
          </a:p>
          <a:p>
            <a:pPr lvl="0"/>
            <a:r>
              <a:rPr lang="en-US" altLang="ja-JP"/>
              <a:t>searchParams.set('sort', 'desc');</a:t>
            </a:r>
            <a:endParaRPr lang="en-US" altLang="ja-JP"/>
          </a:p>
          <a:p>
            <a:pPr lvl="0"/>
            <a:r>
              <a:rPr lang="en-US" altLang="ja-JP"/>
              <a:t>setSearchParams(searchParams); // </a:t>
            </a:r>
            <a:r>
              <a:rPr lang="ja-JP" altLang="en-US"/>
              <a:t>需要重新设置</a:t>
            </a:r>
            <a:endParaRPr lang="ja-JP" altLang="en-US"/>
          </a:p>
          <a:p>
            <a:pPr lvl="0"/>
            <a:endParaRPr lang="ja-JP" altLang="en-US"/>
          </a:p>
          <a:p>
            <a:pPr marL="0" lvl="0" indent="457200">
              <a:buNone/>
            </a:pPr>
            <a:endParaRPr lang="ja-JP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DATA</a:t>
            </a:r>
            <a:r>
              <a:rPr lang="zh-CN" altLang="en-US"/>
              <a:t>式</a:t>
            </a:r>
            <a:r>
              <a:rPr lang="zh-CN" altLang="en-US"/>
              <a:t>路由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ja-JP"/>
              <a:t>React Router v6.4+ </a:t>
            </a:r>
            <a:r>
              <a:rPr lang="ja-JP" altLang="en-US"/>
              <a:t>引入了一个全新的</a:t>
            </a:r>
            <a:r>
              <a:rPr lang="en-US" altLang="ja-JP"/>
              <a:t> **"data-driven routing"</a:t>
            </a:r>
            <a:r>
              <a:rPr lang="ja-JP" altLang="en-US"/>
              <a:t>（数据驱动路由）</a:t>
            </a:r>
            <a:r>
              <a:rPr lang="en-US" altLang="ja-JP"/>
              <a:t>**</a:t>
            </a:r>
            <a:r>
              <a:rPr lang="ja-JP" altLang="en-US"/>
              <a:t>写法，也叫作</a:t>
            </a:r>
            <a:r>
              <a:rPr lang="en-US" altLang="ja-JP"/>
              <a:t> “loader/action </a:t>
            </a:r>
            <a:r>
              <a:rPr lang="ja-JP" altLang="en-US"/>
              <a:t>写法</a:t>
            </a:r>
            <a:r>
              <a:rPr lang="en-US" altLang="ja-JP"/>
              <a:t>”</a:t>
            </a:r>
            <a:r>
              <a:rPr lang="ja-JP" altLang="en-US"/>
              <a:t>，是当前</a:t>
            </a:r>
            <a:r>
              <a:rPr lang="en-US" altLang="ja-JP"/>
              <a:t> React Router </a:t>
            </a:r>
            <a:r>
              <a:rPr lang="ja-JP" altLang="en-US"/>
              <a:t>官方推荐的现代写法。</a:t>
            </a:r>
            <a:endParaRPr lang="ja-JP" altLang="en-US"/>
          </a:p>
          <a:p>
            <a:r>
              <a:rPr lang="ja-JP" altLang="en-US"/>
              <a:t>它特别适合构建复杂应用，将数据请求、提交处理与路由结构整合到一起，更像</a:t>
            </a:r>
            <a:r>
              <a:rPr lang="en-US" altLang="ja-JP"/>
              <a:t> Next.js </a:t>
            </a:r>
            <a:r>
              <a:rPr lang="ja-JP" altLang="en-US"/>
              <a:t>或</a:t>
            </a:r>
            <a:r>
              <a:rPr lang="en-US" altLang="ja-JP"/>
              <a:t> Remix </a:t>
            </a:r>
            <a:r>
              <a:rPr lang="ja-JP" altLang="en-US"/>
              <a:t>的风格。</a:t>
            </a:r>
            <a:endParaRPr lang="ja-JP" altLang="en-US"/>
          </a:p>
          <a:p>
            <a:endParaRPr lang="ja-JP" altLang="en-US"/>
          </a:p>
          <a:p>
            <a:r>
              <a:rPr lang="ja-JP" altLang="en-US"/>
              <a:t>什么是</a:t>
            </a:r>
            <a:r>
              <a:rPr lang="en-US" altLang="ja-JP"/>
              <a:t> “data </a:t>
            </a:r>
            <a:r>
              <a:rPr lang="ja-JP" altLang="en-US"/>
              <a:t>式写法</a:t>
            </a:r>
            <a:r>
              <a:rPr lang="en-US" altLang="ja-JP"/>
              <a:t>”</a:t>
            </a:r>
            <a:r>
              <a:rPr lang="ja-JP" altLang="en-US"/>
              <a:t>？</a:t>
            </a:r>
            <a:endParaRPr lang="ja-JP" altLang="en-US"/>
          </a:p>
          <a:p>
            <a:pPr lvl="1"/>
            <a:r>
              <a:rPr lang="ja-JP" altLang="en-US"/>
              <a:t>核心思想：让路由不仅负责页面结构，也负责页面的数据获取（</a:t>
            </a:r>
            <a:r>
              <a:rPr lang="en-US" altLang="ja-JP"/>
              <a:t>loader</a:t>
            </a:r>
            <a:r>
              <a:rPr lang="ja-JP" altLang="en-US"/>
              <a:t>）和表单处理（</a:t>
            </a:r>
            <a:r>
              <a:rPr lang="en-US" altLang="ja-JP"/>
              <a:t>action</a:t>
            </a:r>
            <a:r>
              <a:rPr lang="ja-JP" altLang="en-US"/>
              <a:t>），实现真正的路由驱动数据加载和副作用管理。</a:t>
            </a:r>
            <a:endParaRPr lang="ja-JP" altLang="en-US"/>
          </a:p>
          <a:p>
            <a:endParaRPr lang="en-US" altLang="ja-JP"/>
          </a:p>
          <a:p>
            <a:r>
              <a:rPr lang="ja-JP" altLang="en-US"/>
              <a:t>相比传统方式在</a:t>
            </a:r>
            <a:r>
              <a:rPr lang="en-US" altLang="ja-JP"/>
              <a:t> useEffect() </a:t>
            </a:r>
            <a:r>
              <a:rPr lang="ja-JP" altLang="en-US"/>
              <a:t>里发请求，这种写法更早、更快、更统一。</a:t>
            </a:r>
            <a:endParaRPr lang="ja-JP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核心术语</a:t>
            </a:r>
            <a:endParaRPr lang="ja-JP" altLang="en-US"/>
          </a:p>
          <a:p>
            <a:pPr lvl="1"/>
            <a:r>
              <a:rPr lang="en-US" altLang="ja-JP"/>
              <a:t>loader	</a:t>
            </a:r>
            <a:endParaRPr lang="en-US" altLang="ja-JP"/>
          </a:p>
          <a:p>
            <a:pPr lvl="2"/>
            <a:r>
              <a:rPr lang="ja-JP" altLang="en-US"/>
              <a:t>页面加载前运行的函数，用于获取数据（如接口请求）</a:t>
            </a:r>
            <a:endParaRPr lang="ja-JP" altLang="en-US"/>
          </a:p>
          <a:p>
            <a:pPr lvl="1"/>
            <a:r>
              <a:rPr lang="en-US" altLang="ja-JP"/>
              <a:t>action	</a:t>
            </a:r>
            <a:endParaRPr lang="en-US" altLang="ja-JP"/>
          </a:p>
          <a:p>
            <a:pPr lvl="2"/>
            <a:r>
              <a:rPr lang="ja-JP" altLang="en-US"/>
              <a:t>页面提交（表单或</a:t>
            </a:r>
            <a:r>
              <a:rPr lang="ja-JP" altLang="en-US">
                <a:sym typeface="+mn-ea"/>
              </a:rPr>
              <a:t>方法</a:t>
            </a:r>
            <a:r>
              <a:rPr lang="ja-JP" altLang="en-US"/>
              <a:t>）时</a:t>
            </a:r>
            <a:r>
              <a:rPr lang="ja-JP" altLang="en-US">
                <a:sym typeface="+mn-ea"/>
              </a:rPr>
              <a:t>调用</a:t>
            </a:r>
            <a:r>
              <a:rPr lang="ja-JP" altLang="en-US"/>
              <a:t>触发的函数</a:t>
            </a:r>
            <a:endParaRPr lang="ja-JP" altLang="en-US"/>
          </a:p>
          <a:p>
            <a:pPr lvl="1"/>
            <a:r>
              <a:rPr lang="en-US" altLang="ja-JP"/>
              <a:t>useLoaderData()	</a:t>
            </a:r>
            <a:endParaRPr lang="en-US" altLang="ja-JP"/>
          </a:p>
          <a:p>
            <a:pPr lvl="2"/>
            <a:r>
              <a:rPr lang="ja-JP" altLang="en-US"/>
              <a:t>在组件中读取</a:t>
            </a:r>
            <a:r>
              <a:rPr lang="en-US" altLang="ja-JP"/>
              <a:t> loader </a:t>
            </a:r>
            <a:r>
              <a:rPr lang="ja-JP" altLang="en-US"/>
              <a:t>加载的数据</a:t>
            </a:r>
            <a:endParaRPr lang="ja-JP" altLang="en-US"/>
          </a:p>
          <a:p>
            <a:pPr lvl="1"/>
            <a:r>
              <a:rPr lang="en-US" altLang="ja-JP"/>
              <a:t>useActionData()	</a:t>
            </a:r>
            <a:endParaRPr lang="en-US" altLang="ja-JP"/>
          </a:p>
          <a:p>
            <a:pPr lvl="2"/>
            <a:r>
              <a:rPr lang="ja-JP" altLang="en-US"/>
              <a:t>在组件中读取</a:t>
            </a:r>
            <a:r>
              <a:rPr lang="en-US" altLang="ja-JP"/>
              <a:t> action </a:t>
            </a:r>
            <a:r>
              <a:rPr lang="ja-JP" altLang="en-US"/>
              <a:t>提交返回的数据</a:t>
            </a:r>
            <a:endParaRPr lang="ja-JP" altLang="en-US"/>
          </a:p>
          <a:p>
            <a:pPr lvl="1"/>
            <a:r>
              <a:rPr lang="en-US" altLang="ja-JP"/>
              <a:t>createBrowserRouter()	</a:t>
            </a:r>
            <a:endParaRPr lang="en-US" altLang="ja-JP"/>
          </a:p>
          <a:p>
            <a:pPr lvl="2"/>
            <a:r>
              <a:rPr lang="ja-JP" altLang="en-US"/>
              <a:t>用于注册带</a:t>
            </a:r>
            <a:r>
              <a:rPr lang="en-US" altLang="ja-JP"/>
              <a:t> loader/action </a:t>
            </a:r>
            <a:r>
              <a:rPr lang="ja-JP" altLang="en-US"/>
              <a:t>的配置式路由</a:t>
            </a:r>
            <a:endParaRPr lang="ja-JP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项目结构示例</a:t>
            </a:r>
            <a:endParaRPr lang="ja-JP" altLang="en-US"/>
          </a:p>
          <a:p>
            <a:pPr lvl="1"/>
            <a:r>
              <a:rPr lang="en-US" altLang="ja-JP"/>
              <a:t>src/</a:t>
            </a:r>
            <a:endParaRPr lang="en-US" altLang="ja-JP"/>
          </a:p>
          <a:p>
            <a:pPr lvl="1"/>
            <a:r>
              <a:rPr lang="en-US" altLang="en-US"/>
              <a:t>├──</a:t>
            </a:r>
            <a:r>
              <a:rPr lang="en-US" altLang="ja-JP"/>
              <a:t> App.jsx</a:t>
            </a:r>
            <a:endParaRPr lang="en-US" altLang="ja-JP"/>
          </a:p>
          <a:p>
            <a:pPr lvl="1"/>
            <a:r>
              <a:rPr lang="en-US" altLang="en-US"/>
              <a:t>├──</a:t>
            </a:r>
            <a:r>
              <a:rPr lang="en-US" altLang="ja-JP"/>
              <a:t> main.jsx</a:t>
            </a:r>
            <a:endParaRPr lang="en-US" altLang="ja-JP"/>
          </a:p>
          <a:p>
            <a:pPr lvl="1"/>
            <a:r>
              <a:rPr lang="en-US" altLang="en-US"/>
              <a:t>├──</a:t>
            </a:r>
            <a:r>
              <a:rPr lang="en-US" altLang="ja-JP"/>
              <a:t> routes/</a:t>
            </a:r>
            <a:endParaRPr lang="en-US" altLang="ja-JP"/>
          </a:p>
          <a:p>
            <a:pPr lvl="1"/>
            <a:r>
              <a:rPr lang="en-US" altLang="en-US"/>
              <a:t>│</a:t>
            </a:r>
            <a:r>
              <a:rPr lang="en-US" altLang="ja-JP"/>
              <a:t>   </a:t>
            </a:r>
            <a:r>
              <a:rPr lang="en-US" altLang="en-US"/>
              <a:t>├──</a:t>
            </a:r>
            <a:r>
              <a:rPr lang="en-US" altLang="ja-JP"/>
              <a:t> Layout.jsx</a:t>
            </a:r>
            <a:endParaRPr lang="en-US" altLang="ja-JP"/>
          </a:p>
          <a:p>
            <a:pPr lvl="1"/>
            <a:r>
              <a:rPr lang="en-US" altLang="en-US"/>
              <a:t>│</a:t>
            </a:r>
            <a:r>
              <a:rPr lang="en-US" altLang="ja-JP"/>
              <a:t>   </a:t>
            </a:r>
            <a:r>
              <a:rPr lang="en-US" altLang="en-US"/>
              <a:t>├──</a:t>
            </a:r>
            <a:r>
              <a:rPr lang="en-US" altLang="ja-JP"/>
              <a:t> Home.jsx</a:t>
            </a:r>
            <a:endParaRPr lang="en-US" altLang="ja-JP"/>
          </a:p>
          <a:p>
            <a:pPr lvl="1"/>
            <a:r>
              <a:rPr lang="en-US" altLang="en-US"/>
              <a:t>│</a:t>
            </a:r>
            <a:r>
              <a:rPr lang="en-US" altLang="ja-JP"/>
              <a:t>   </a:t>
            </a:r>
            <a:r>
              <a:rPr lang="en-US" altLang="en-US"/>
              <a:t>└──</a:t>
            </a:r>
            <a:r>
              <a:rPr lang="en-US" altLang="ja-JP"/>
              <a:t> About.jsx</a:t>
            </a:r>
            <a:endParaRPr lang="en-US" altLang="ja-JP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ja-JP"/>
              <a:t>main.jsx</a:t>
            </a:r>
            <a:endParaRPr lang="en-US" altLang="ja-JP"/>
          </a:p>
          <a:p>
            <a:pPr lvl="1"/>
            <a:r>
              <a:rPr lang="en-US" altLang="ja-JP"/>
              <a:t>// main.jsx</a:t>
            </a:r>
            <a:endParaRPr lang="en-US" altLang="ja-JP"/>
          </a:p>
          <a:p>
            <a:pPr lvl="1"/>
            <a:r>
              <a:rPr lang="en-US" altLang="ja-JP"/>
              <a:t>import React from 'react';</a:t>
            </a:r>
            <a:endParaRPr lang="en-US" altLang="ja-JP"/>
          </a:p>
          <a:p>
            <a:pPr lvl="1"/>
            <a:r>
              <a:rPr lang="en-US" altLang="ja-JP"/>
              <a:t>import ReactDOM from 'react-dom/client';</a:t>
            </a:r>
            <a:endParaRPr lang="en-US" altLang="ja-JP"/>
          </a:p>
          <a:p>
            <a:pPr lvl="1"/>
            <a:r>
              <a:rPr lang="en-US" altLang="ja-JP"/>
              <a:t>import App from './App';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ReactDOM.createRoot(document.getElementById('root')).render(</a:t>
            </a:r>
            <a:endParaRPr lang="en-US" altLang="ja-JP"/>
          </a:p>
          <a:p>
            <a:pPr lvl="1"/>
            <a:r>
              <a:rPr lang="en-US" altLang="ja-JP"/>
              <a:t>  &lt;React.StrictMode&gt;</a:t>
            </a:r>
            <a:endParaRPr lang="en-US" altLang="ja-JP"/>
          </a:p>
          <a:p>
            <a:pPr lvl="1"/>
            <a:r>
              <a:rPr lang="en-US" altLang="ja-JP"/>
              <a:t>    &lt;App /&gt;</a:t>
            </a:r>
            <a:endParaRPr lang="en-US" altLang="ja-JP"/>
          </a:p>
          <a:p>
            <a:pPr lvl="1"/>
            <a:r>
              <a:rPr lang="en-US" altLang="ja-JP"/>
              <a:t>  &lt;/React.StrictMode&gt;</a:t>
            </a:r>
            <a:endParaRPr lang="en-US" altLang="ja-JP"/>
          </a:p>
          <a:p>
            <a:pPr lvl="1"/>
            <a:r>
              <a:rPr lang="en-US" altLang="ja-JP"/>
              <a:t>);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330"/>
          </a:xfrm>
        </p:spPr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238885"/>
            <a:ext cx="10515600" cy="5424805"/>
          </a:xfrm>
        </p:spPr>
        <p:txBody>
          <a:bodyPr>
            <a:normAutofit fontScale="40000"/>
          </a:bodyPr>
          <a:p>
            <a:r>
              <a:rPr lang="en-US" altLang="ja-JP"/>
              <a:t>App.jsx</a:t>
            </a:r>
            <a:r>
              <a:rPr lang="ja-JP" altLang="en-US"/>
              <a:t>（路由入口）</a:t>
            </a:r>
            <a:endParaRPr lang="ja-JP" altLang="en-US"/>
          </a:p>
          <a:p>
            <a:pPr lvl="1"/>
            <a:r>
              <a:rPr lang="en-US" altLang="ja-JP"/>
              <a:t>import { RouterProvider, createBrowserRouter,} from 'react-router-dom';</a:t>
            </a:r>
            <a:endParaRPr lang="en-US" altLang="ja-JP"/>
          </a:p>
          <a:p>
            <a:pPr lvl="1"/>
            <a:r>
              <a:rPr lang="en-US" altLang="ja-JP"/>
              <a:t>import Layout from './routes/Layout';</a:t>
            </a:r>
            <a:endParaRPr lang="en-US" altLang="ja-JP"/>
          </a:p>
          <a:p>
            <a:pPr lvl="1"/>
            <a:r>
              <a:rPr lang="en-US" altLang="ja-JP"/>
              <a:t>import Home, { homeLoader } from './routes/Home';</a:t>
            </a:r>
            <a:endParaRPr lang="en-US" altLang="ja-JP"/>
          </a:p>
          <a:p>
            <a:pPr lvl="1"/>
            <a:r>
              <a:rPr lang="en-US" altLang="ja-JP"/>
              <a:t>import About from './routes/About';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const router = createBrowserRouter([</a:t>
            </a:r>
            <a:endParaRPr lang="en-US" altLang="ja-JP"/>
          </a:p>
          <a:p>
            <a:pPr lvl="1"/>
            <a:r>
              <a:rPr lang="en-US" altLang="ja-JP"/>
              <a:t>  {</a:t>
            </a:r>
            <a:endParaRPr lang="en-US" altLang="ja-JP"/>
          </a:p>
          <a:p>
            <a:pPr lvl="1"/>
            <a:r>
              <a:rPr lang="en-US" altLang="ja-JP"/>
              <a:t>    path: '/',//</a:t>
            </a:r>
            <a:r>
              <a:rPr lang="en-US" altLang="ja-JP">
                <a:sym typeface="+mn-ea"/>
              </a:rPr>
              <a:t>index: true</a:t>
            </a:r>
            <a:endParaRPr lang="en-US" altLang="ja-JP"/>
          </a:p>
          <a:p>
            <a:pPr lvl="1"/>
            <a:r>
              <a:rPr lang="en-US" altLang="ja-JP"/>
              <a:t>    element: &lt;Layout /&gt;,</a:t>
            </a:r>
            <a:endParaRPr lang="en-US" altLang="ja-JP"/>
          </a:p>
          <a:p>
            <a:pPr lvl="1"/>
            <a:r>
              <a:rPr lang="en-US" altLang="ja-JP"/>
              <a:t>    children: [</a:t>
            </a:r>
            <a:endParaRPr lang="en-US" altLang="ja-JP"/>
          </a:p>
          <a:p>
            <a:pPr lvl="1"/>
            <a:r>
              <a:rPr lang="en-US" altLang="ja-JP"/>
              <a:t>      {</a:t>
            </a:r>
            <a:endParaRPr lang="en-US" altLang="ja-JP"/>
          </a:p>
          <a:p>
            <a:pPr lvl="1"/>
            <a:r>
              <a:rPr lang="en-US" altLang="ja-JP"/>
              <a:t>        index: true,//path:’’</a:t>
            </a:r>
            <a:endParaRPr lang="en-US" altLang="ja-JP"/>
          </a:p>
          <a:p>
            <a:pPr lvl="1"/>
            <a:r>
              <a:rPr lang="en-US" altLang="ja-JP"/>
              <a:t>        element: &lt;Home /&gt;,</a:t>
            </a:r>
            <a:endParaRPr lang="en-US" altLang="ja-JP"/>
          </a:p>
          <a:p>
            <a:pPr lvl="1"/>
            <a:r>
              <a:rPr lang="en-US" altLang="ja-JP"/>
              <a:t>        loader: homeLoader, // </a:t>
            </a:r>
            <a:r>
              <a:rPr lang="ja-JP" altLang="en-US"/>
              <a:t>🔸</a:t>
            </a:r>
            <a:r>
              <a:rPr lang="en-US" altLang="ja-JP"/>
              <a:t> </a:t>
            </a:r>
            <a:r>
              <a:rPr lang="ja-JP" altLang="en-US"/>
              <a:t>加载器绑定</a:t>
            </a:r>
            <a:endParaRPr lang="ja-JP" altLang="en-US"/>
          </a:p>
          <a:p>
            <a:pPr lvl="1"/>
            <a:r>
              <a:rPr lang="en-US" altLang="ja-JP"/>
              <a:t>      },</a:t>
            </a:r>
            <a:endParaRPr lang="en-US" altLang="ja-JP"/>
          </a:p>
          <a:p>
            <a:pPr lvl="1"/>
            <a:r>
              <a:rPr lang="en-US" altLang="ja-JP"/>
              <a:t>      {</a:t>
            </a:r>
            <a:endParaRPr lang="en-US" altLang="ja-JP"/>
          </a:p>
          <a:p>
            <a:pPr lvl="1"/>
            <a:r>
              <a:rPr lang="en-US" altLang="ja-JP"/>
              <a:t>        path: 'about',</a:t>
            </a:r>
            <a:endParaRPr lang="en-US" altLang="ja-JP"/>
          </a:p>
          <a:p>
            <a:pPr lvl="1"/>
            <a:r>
              <a:rPr lang="en-US" altLang="ja-JP"/>
              <a:t>        element: &lt;About /&gt;,</a:t>
            </a:r>
            <a:endParaRPr lang="en-US" altLang="ja-JP"/>
          </a:p>
          <a:p>
            <a:pPr lvl="1"/>
            <a:r>
              <a:rPr lang="en-US" altLang="ja-JP"/>
              <a:t>      },</a:t>
            </a:r>
            <a:endParaRPr lang="en-US" altLang="ja-JP"/>
          </a:p>
          <a:p>
            <a:pPr lvl="1"/>
            <a:r>
              <a:rPr lang="en-US" altLang="ja-JP"/>
              <a:t>    ],</a:t>
            </a:r>
            <a:endParaRPr lang="en-US" altLang="ja-JP"/>
          </a:p>
          <a:p>
            <a:pPr lvl="1"/>
            <a:r>
              <a:rPr lang="en-US" altLang="ja-JP"/>
              <a:t>  },</a:t>
            </a:r>
            <a:endParaRPr lang="en-US" altLang="ja-JP"/>
          </a:p>
          <a:p>
            <a:pPr lvl="1"/>
            <a:r>
              <a:rPr lang="en-US" altLang="ja-JP"/>
              <a:t>]);</a:t>
            </a:r>
            <a:endParaRPr lang="en-US" altLang="ja-JP"/>
          </a:p>
          <a:p>
            <a:pPr lvl="1"/>
            <a:r>
              <a:rPr lang="en-US" altLang="ja-JP"/>
              <a:t>export default function App() {</a:t>
            </a:r>
            <a:endParaRPr lang="en-US" altLang="ja-JP"/>
          </a:p>
          <a:p>
            <a:pPr lvl="1"/>
            <a:r>
              <a:rPr lang="en-US" altLang="ja-JP"/>
              <a:t>  return &lt;RouterProvider router={router} /&gt;;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ja-JP"/>
              <a:t>routes/Layout.jsx</a:t>
            </a:r>
            <a:r>
              <a:rPr lang="ja-JP" altLang="en-US"/>
              <a:t>（导航和嵌套路由出口）</a:t>
            </a:r>
            <a:endParaRPr lang="ja-JP" altLang="en-US"/>
          </a:p>
          <a:p>
            <a:pPr lvl="1"/>
            <a:r>
              <a:rPr lang="en-US" altLang="ja-JP"/>
              <a:t>// routes/Layout.jsx</a:t>
            </a:r>
            <a:endParaRPr lang="en-US" altLang="ja-JP"/>
          </a:p>
          <a:p>
            <a:pPr lvl="1"/>
            <a:r>
              <a:rPr lang="en-US" altLang="ja-JP"/>
              <a:t>import { Link, Outlet } from 'react-router-dom';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export default function Layout() {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&lt;h1&gt;React Router App&lt;/h1&gt;</a:t>
            </a:r>
            <a:endParaRPr lang="en-US" altLang="ja-JP"/>
          </a:p>
          <a:p>
            <a:pPr lvl="1"/>
            <a:r>
              <a:rPr lang="en-US" altLang="ja-JP"/>
              <a:t>      &lt;nav style={{ marginBottom: '20px' }}&gt;</a:t>
            </a:r>
            <a:endParaRPr lang="en-US" altLang="ja-JP"/>
          </a:p>
          <a:p>
            <a:pPr lvl="1"/>
            <a:r>
              <a:rPr lang="en-US" altLang="ja-JP"/>
              <a:t>        &lt;Link to="/"&gt;</a:t>
            </a:r>
            <a:r>
              <a:rPr lang="ja-JP" altLang="en-US"/>
              <a:t>首页</a:t>
            </a:r>
            <a:r>
              <a:rPr lang="en-US" altLang="ja-JP"/>
              <a:t>&lt;/Link&gt; | &lt;Link to="/about"&gt;</a:t>
            </a:r>
            <a:r>
              <a:rPr lang="ja-JP" altLang="en-US"/>
              <a:t>关于</a:t>
            </a:r>
            <a:r>
              <a:rPr lang="en-US" altLang="ja-JP"/>
              <a:t>&lt;/Link&gt;</a:t>
            </a:r>
            <a:endParaRPr lang="en-US" altLang="ja-JP"/>
          </a:p>
          <a:p>
            <a:pPr lvl="1"/>
            <a:r>
              <a:rPr lang="en-US" altLang="ja-JP"/>
              <a:t>      &lt;/nav&gt;</a:t>
            </a:r>
            <a:endParaRPr lang="en-US" altLang="ja-JP"/>
          </a:p>
          <a:p>
            <a:pPr lvl="1"/>
            <a:r>
              <a:rPr lang="en-US" altLang="ja-JP"/>
              <a:t>      &lt;hr /&gt;</a:t>
            </a:r>
            <a:endParaRPr lang="en-US" altLang="ja-JP"/>
          </a:p>
          <a:p>
            <a:pPr lvl="1"/>
            <a:r>
              <a:rPr lang="en-US" altLang="ja-JP"/>
              <a:t>      &lt;Outlet /&gt; {/* </a:t>
            </a:r>
            <a:r>
              <a:rPr lang="ja-JP" altLang="en-US"/>
              <a:t>嵌套路由出口</a:t>
            </a:r>
            <a:r>
              <a:rPr lang="en-US" altLang="ja-JP"/>
              <a:t> */}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endParaRPr lang="en-US" altLang="ja-JP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fontScale="40000"/>
          </a:bodyPr>
          <a:p>
            <a:r>
              <a:rPr lang="en-US" altLang="ja-JP"/>
              <a:t>routes/Home.jsx</a:t>
            </a:r>
            <a:r>
              <a:rPr lang="ja-JP" altLang="en-US"/>
              <a:t>（主角：带</a:t>
            </a:r>
            <a:r>
              <a:rPr lang="en-US" altLang="ja-JP"/>
              <a:t> loader </a:t>
            </a:r>
            <a:r>
              <a:rPr lang="ja-JP" altLang="en-US"/>
              <a:t>的页面）</a:t>
            </a:r>
            <a:endParaRPr lang="ja-JP" altLang="en-US"/>
          </a:p>
          <a:p>
            <a:pPr lvl="1"/>
            <a:r>
              <a:rPr lang="en-US" altLang="ja-JP"/>
              <a:t>// routes/Home.jsx</a:t>
            </a:r>
            <a:endParaRPr lang="en-US" altLang="ja-JP"/>
          </a:p>
          <a:p>
            <a:pPr lvl="1"/>
            <a:r>
              <a:rPr lang="en-US" altLang="ja-JP"/>
              <a:t>import { useLoaderData } from 'react-router-dom';</a:t>
            </a:r>
            <a:endParaRPr lang="en-US" altLang="ja-JP"/>
          </a:p>
          <a:p>
            <a:pPr lvl="1"/>
            <a:r>
              <a:rPr lang="en-US" altLang="ja-JP"/>
              <a:t>// </a:t>
            </a:r>
            <a:r>
              <a:rPr lang="ja-JP" altLang="en-US"/>
              <a:t>🔸</a:t>
            </a:r>
            <a:r>
              <a:rPr lang="en-US" altLang="ja-JP"/>
              <a:t> </a:t>
            </a:r>
            <a:r>
              <a:rPr lang="ja-JP" altLang="en-US"/>
              <a:t>加载数据的函数</a:t>
            </a:r>
            <a:endParaRPr lang="ja-JP" altLang="en-US"/>
          </a:p>
          <a:p>
            <a:pPr lvl="1"/>
            <a:r>
              <a:rPr lang="en-US" altLang="ja-JP"/>
              <a:t>export async function homeLoader() {</a:t>
            </a:r>
            <a:endParaRPr lang="en-US" altLang="ja-JP"/>
          </a:p>
          <a:p>
            <a:pPr lvl="1"/>
            <a:r>
              <a:rPr lang="en-US" altLang="ja-JP"/>
              <a:t>  const res = await fetch('https://jsonplaceholder.typicode.com/posts/1');</a:t>
            </a:r>
            <a:endParaRPr lang="en-US" altLang="ja-JP"/>
          </a:p>
          <a:p>
            <a:pPr lvl="1"/>
            <a:r>
              <a:rPr lang="en-US" altLang="ja-JP"/>
              <a:t>  if (!res.ok) {</a:t>
            </a:r>
            <a:endParaRPr lang="en-US" altLang="ja-JP"/>
          </a:p>
          <a:p>
            <a:pPr lvl="1"/>
            <a:r>
              <a:rPr lang="en-US" altLang="ja-JP"/>
              <a:t>    throw new Error('</a:t>
            </a:r>
            <a:r>
              <a:rPr lang="ja-JP" altLang="en-US"/>
              <a:t>加载失败</a:t>
            </a:r>
            <a:r>
              <a:rPr lang="en-US" altLang="ja-JP"/>
              <a:t>');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  return res.json(); // </a:t>
            </a:r>
            <a:r>
              <a:rPr lang="ja-JP" altLang="en-US"/>
              <a:t>返回给组件</a:t>
            </a:r>
            <a:endParaRPr lang="ja-JP" altLang="en-US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r>
              <a:rPr lang="en-US" altLang="ja-JP"/>
              <a:t>// </a:t>
            </a:r>
            <a:r>
              <a:rPr lang="ja-JP" altLang="en-US"/>
              <a:t>🔸</a:t>
            </a:r>
            <a:r>
              <a:rPr lang="en-US" altLang="ja-JP"/>
              <a:t> </a:t>
            </a:r>
            <a:r>
              <a:rPr lang="ja-JP" altLang="en-US"/>
              <a:t>页面组件</a:t>
            </a:r>
            <a:endParaRPr lang="ja-JP" altLang="en-US"/>
          </a:p>
          <a:p>
            <a:pPr lvl="1"/>
            <a:r>
              <a:rPr lang="en-US" altLang="ja-JP"/>
              <a:t>export default function Home() {</a:t>
            </a:r>
            <a:endParaRPr lang="en-US" altLang="ja-JP"/>
          </a:p>
          <a:p>
            <a:pPr lvl="1"/>
            <a:r>
              <a:rPr lang="en-US" altLang="ja-JP"/>
              <a:t>  const data = useLoaderData(); // </a:t>
            </a:r>
            <a:r>
              <a:rPr lang="ja-JP" altLang="en-US"/>
              <a:t>拿</a:t>
            </a:r>
            <a:r>
              <a:rPr lang="en-US" altLang="ja-JP"/>
              <a:t> loader </a:t>
            </a:r>
            <a:r>
              <a:rPr lang="ja-JP" altLang="en-US"/>
              <a:t>数据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&lt;h2&gt;</a:t>
            </a:r>
            <a:r>
              <a:rPr lang="ja-JP" altLang="en-US"/>
              <a:t>主页</a:t>
            </a:r>
            <a:r>
              <a:rPr lang="en-US" altLang="ja-JP"/>
              <a:t>&lt;/h2&gt;</a:t>
            </a:r>
            <a:endParaRPr lang="en-US" altLang="ja-JP"/>
          </a:p>
          <a:p>
            <a:pPr lvl="1"/>
            <a:r>
              <a:rPr lang="en-US" altLang="ja-JP"/>
              <a:t>      &lt;h3&gt;{data.title}&lt;/h3&gt;</a:t>
            </a:r>
            <a:endParaRPr lang="en-US" altLang="ja-JP"/>
          </a:p>
          <a:p>
            <a:pPr lvl="1"/>
            <a:r>
              <a:rPr lang="en-US" altLang="ja-JP"/>
              <a:t>      &lt;p&gt;{data.body}&lt;/p&gt;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DATA</a:t>
            </a:r>
            <a:r>
              <a:rPr lang="zh-CN" altLang="en-US">
                <a:sym typeface="+mn-ea"/>
              </a:rPr>
              <a:t>式路由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routes/About.jsx</a:t>
            </a:r>
            <a:r>
              <a:rPr lang="ja-JP" altLang="en-US"/>
              <a:t>（普通页面）</a:t>
            </a:r>
            <a:endParaRPr lang="ja-JP" altLang="en-US"/>
          </a:p>
          <a:p>
            <a:pPr lvl="1"/>
            <a:r>
              <a:rPr lang="en-US" altLang="ja-JP"/>
              <a:t>// routes/About.jsx</a:t>
            </a:r>
            <a:endParaRPr lang="en-US" altLang="ja-JP"/>
          </a:p>
          <a:p>
            <a:pPr lvl="1"/>
            <a:r>
              <a:rPr lang="en-US" altLang="ja-JP"/>
              <a:t>export default function About() {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&lt;h2&gt;</a:t>
            </a:r>
            <a:r>
              <a:rPr lang="ja-JP" altLang="en-US"/>
              <a:t>关于页面</a:t>
            </a:r>
            <a:r>
              <a:rPr lang="en-US" altLang="ja-JP"/>
              <a:t>&lt;/h2&gt;</a:t>
            </a:r>
            <a:endParaRPr lang="en-US" altLang="ja-JP"/>
          </a:p>
          <a:p>
            <a:pPr lvl="1"/>
            <a:r>
              <a:rPr lang="en-US" altLang="ja-JP"/>
              <a:t>      &lt;p&gt;</a:t>
            </a:r>
            <a:r>
              <a:rPr lang="ja-JP" altLang="en-US"/>
              <a:t>这是一个使用</a:t>
            </a:r>
            <a:r>
              <a:rPr lang="en-US" altLang="ja-JP"/>
              <a:t> React Router v6.4+ </a:t>
            </a:r>
            <a:r>
              <a:rPr lang="ja-JP" altLang="en-US"/>
              <a:t>的数据式路由示例。</a:t>
            </a:r>
            <a:r>
              <a:rPr lang="en-US" altLang="ja-JP"/>
              <a:t>&lt;/p&gt;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30"/>
  <p:tag name="TABLE_ENDDRAG_RECT" val="66*143*828*330"/>
</p:tagLst>
</file>

<file path=ppt/tags/tag2.xml><?xml version="1.0" encoding="utf-8"?>
<p:tagLst xmlns:p="http://schemas.openxmlformats.org/presentationml/2006/main">
  <p:tag name="TABLE_ENDDRAG_ORIGIN_RECT" val="825*366"/>
  <p:tag name="TABLE_ENDDRAG_RECT" val="67*121*825*366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13789</Words>
  <Application>WPS Slides</Application>
  <PresentationFormat>宽屏</PresentationFormat>
  <Paragraphs>775</Paragraphs>
  <Slides>54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6" baseType="lpstr">
      <vt:lpstr>Arial</vt:lpstr>
      <vt:lpstr>ＭＳ Ｐゴシック</vt:lpstr>
      <vt:lpstr>Wingdings</vt:lpstr>
      <vt:lpstr>Arial Black</vt:lpstr>
      <vt:lpstr>Microsoft YaHei</vt:lpstr>
      <vt:lpstr>ＭＳ Ｐゴシック</vt:lpstr>
      <vt:lpstr>Arial Unicode MS</vt:lpstr>
      <vt:lpstr>ＭＳ ゴシック</vt:lpstr>
      <vt:lpstr>Calibri</vt:lpstr>
      <vt:lpstr>SimSun</vt:lpstr>
      <vt:lpstr>SimHei</vt:lpstr>
      <vt:lpstr>WPS​​</vt:lpstr>
      <vt:lpstr>react router</vt:lpstr>
      <vt:lpstr>React Router概念</vt:lpstr>
      <vt:lpstr>什么是SPA</vt:lpstr>
      <vt:lpstr>React 中的 SPA 是什么？</vt:lpstr>
      <vt:lpstr>与原生 HTML &lt;a&gt; 标签跳转有何不同？</vt:lpstr>
      <vt:lpstr>安装 React Router DOM</vt:lpstr>
      <vt:lpstr>路由模式（Routing Strategies）</vt:lpstr>
      <vt:lpstr>核心组件（必须掌握）</vt:lpstr>
      <vt:lpstr>&lt;BrowserRouter&gt; </vt:lpstr>
      <vt:lpstr>&lt;Routes&gt;，&lt;Route&gt;</vt:lpstr>
      <vt:lpstr>PowerPoint 演示文稿</vt:lpstr>
      <vt:lpstr>&lt;Link&gt;</vt:lpstr>
      <vt:lpstr>&lt;NavLink&gt;</vt:lpstr>
      <vt:lpstr>&lt;NavLink&gt;</vt:lpstr>
      <vt:lpstr>嵌套路由</vt:lpstr>
      <vt:lpstr>嵌套路由</vt:lpstr>
      <vt:lpstr>嵌套路由</vt:lpstr>
      <vt:lpstr>嵌套路由</vt:lpstr>
      <vt:lpstr>练习</vt:lpstr>
      <vt:lpstr>动态路由</vt:lpstr>
      <vt:lpstr>动态路由</vt:lpstr>
      <vt:lpstr>useParams()</vt:lpstr>
      <vt:lpstr>useParams()</vt:lpstr>
      <vt:lpstr>编程式跳转</vt:lpstr>
      <vt:lpstr>编程式跳转</vt:lpstr>
      <vt:lpstr>编程式跳转</vt:lpstr>
      <vt:lpstr>重定向（Redirect）</vt:lpstr>
      <vt:lpstr>重定向（Redirect）</vt:lpstr>
      <vt:lpstr>重定向（Redirect）</vt:lpstr>
      <vt:lpstr>重定向（Redirect）</vt:lpstr>
      <vt:lpstr>404 页面处理（Not Found）</vt:lpstr>
      <vt:lpstr>路由懒加载（Route-based Code Splitting）</vt:lpstr>
      <vt:lpstr>路由懒加载（Route-based Code Splitting）</vt:lpstr>
      <vt:lpstr>懒加载路由页面组件</vt:lpstr>
      <vt:lpstr>懒加载路由页面组件</vt:lpstr>
      <vt:lpstr>懒加载路由页面组件</vt:lpstr>
      <vt:lpstr>路由守卫 / 权限控制访问</vt:lpstr>
      <vt:lpstr>路由守卫 / 权限控制访问</vt:lpstr>
      <vt:lpstr>路由守卫 / 权限控制访问</vt:lpstr>
      <vt:lpstr>路由守卫 / 权限控制访问</vt:lpstr>
      <vt:lpstr>路由守卫 / 权限控制访问</vt:lpstr>
      <vt:lpstr>路由守卫 / 权限控制访问</vt:lpstr>
      <vt:lpstr>基于角色的访问控制</vt:lpstr>
      <vt:lpstr>路由参数校验 / 限制</vt:lpstr>
      <vt:lpstr>useLocation()</vt:lpstr>
      <vt:lpstr>useSearchParams()</vt:lpstr>
      <vt:lpstr>DATA式路由</vt:lpstr>
      <vt:lpstr>DATA式路由</vt:lpstr>
      <vt:lpstr>DATA式路由</vt:lpstr>
      <vt:lpstr>DATA式路由</vt:lpstr>
      <vt:lpstr>DATA式路由</vt:lpstr>
      <vt:lpstr>DATA式路由</vt:lpstr>
      <vt:lpstr>DATA式路由</vt:lpstr>
      <vt:lpstr>DATA式路由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router</dc:title>
  <dc:creator/>
  <cp:lastModifiedBy>compu</cp:lastModifiedBy>
  <cp:revision>10</cp:revision>
  <dcterms:created xsi:type="dcterms:W3CDTF">2025-06-30T02:00:00Z</dcterms:created>
  <dcterms:modified xsi:type="dcterms:W3CDTF">2026-02-02T04:31:24Z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1041-12.2.0.23131</vt:lpwstr>
  </property>
  <property fmtid="{D5CDD505-2E9C-101B-9397-08002B2CF9AE}" pid="3" name="ICV">
    <vt:lpwstr>73BFFD44859640B8B09D36DB54207640_11</vt:lpwstr>
  </property>
</Properties>
</file>